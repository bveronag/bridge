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3" r:id="rId5"/>
    <p:sldId id="271" r:id="rId6"/>
    <p:sldId id="276" r:id="rId7"/>
    <p:sldId id="277" r:id="rId8"/>
    <p:sldId id="279" r:id="rId9"/>
    <p:sldId id="280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C1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00025A-C32D-FF78-5752-84413C453ECA}" v="2" dt="2026-08-23T14:25:11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orales" userId="1a789b34e95d8f98" providerId="LiveId" clId="{ACC51BDB-BD9A-49AA-8D44-446EE82036E7}"/>
    <pc:docChg chg="undo custSel addSld delSld modSld">
      <pc:chgData name="Juan Morales" userId="1a789b34e95d8f98" providerId="LiveId" clId="{ACC51BDB-BD9A-49AA-8D44-446EE82036E7}" dt="2026-08-19T16:18:29.851" v="1464" actId="1076"/>
      <pc:docMkLst>
        <pc:docMk/>
      </pc:docMkLst>
      <pc:sldChg chg="addSp delSp modSp mod">
        <pc:chgData name="Juan Morales" userId="1a789b34e95d8f98" providerId="LiveId" clId="{ACC51BDB-BD9A-49AA-8D44-446EE82036E7}" dt="2026-08-19T15:07:09.903" v="637" actId="14100"/>
        <pc:sldMkLst>
          <pc:docMk/>
          <pc:sldMk cId="0" sldId="256"/>
        </pc:sldMkLst>
        <pc:spChg chg="mod">
          <ac:chgData name="Juan Morales" userId="1a789b34e95d8f98" providerId="LiveId" clId="{ACC51BDB-BD9A-49AA-8D44-446EE82036E7}" dt="2026-08-19T15:04:01.135" v="606" actId="20577"/>
          <ac:spMkLst>
            <pc:docMk/>
            <pc:sldMk cId="0" sldId="256"/>
            <ac:spMk id="4" creationId="{00000000-0000-0000-0000-000000000000}"/>
          </ac:spMkLst>
        </pc:spChg>
        <pc:spChg chg="add mod topLvl">
          <ac:chgData name="Juan Morales" userId="1a789b34e95d8f98" providerId="LiveId" clId="{ACC51BDB-BD9A-49AA-8D44-446EE82036E7}" dt="2026-08-19T15:06:49.023" v="630" actId="164"/>
          <ac:spMkLst>
            <pc:docMk/>
            <pc:sldMk cId="0" sldId="256"/>
            <ac:spMk id="8" creationId="{45AC62BE-9E07-E9AE-8FC3-21FE9090D09F}"/>
          </ac:spMkLst>
        </pc:spChg>
        <pc:spChg chg="add del mod">
          <ac:chgData name="Juan Morales" userId="1a789b34e95d8f98" providerId="LiveId" clId="{ACC51BDB-BD9A-49AA-8D44-446EE82036E7}" dt="2026-08-19T15:07:08.254" v="636" actId="47"/>
          <ac:spMkLst>
            <pc:docMk/>
            <pc:sldMk cId="0" sldId="256"/>
            <ac:spMk id="11" creationId="{35523878-878A-EDC7-6E9B-A7C9E94D5335}"/>
          </ac:spMkLst>
        </pc:spChg>
        <pc:grpChg chg="add mod">
          <ac:chgData name="Juan Morales" userId="1a789b34e95d8f98" providerId="LiveId" clId="{ACC51BDB-BD9A-49AA-8D44-446EE82036E7}" dt="2026-08-19T15:07:09.903" v="637" actId="14100"/>
          <ac:grpSpMkLst>
            <pc:docMk/>
            <pc:sldMk cId="0" sldId="256"/>
            <ac:grpSpMk id="10" creationId="{7A9138D6-4FC3-4045-F710-334E6A2368C0}"/>
          </ac:grpSpMkLst>
        </pc:grpChg>
        <pc:picChg chg="mod topLvl modCrop">
          <ac:chgData name="Juan Morales" userId="1a789b34e95d8f98" providerId="LiveId" clId="{ACC51BDB-BD9A-49AA-8D44-446EE82036E7}" dt="2026-08-19T15:06:59.487" v="631" actId="732"/>
          <ac:picMkLst>
            <pc:docMk/>
            <pc:sldMk cId="0" sldId="256"/>
            <ac:picMk id="12" creationId="{F2AAA95C-62ED-6BEA-E878-1B23E63EA02D}"/>
          </ac:picMkLst>
        </pc:picChg>
      </pc:sldChg>
      <pc:sldChg chg="addSp delSp modSp mod">
        <pc:chgData name="Juan Morales" userId="1a789b34e95d8f98" providerId="LiveId" clId="{ACC51BDB-BD9A-49AA-8D44-446EE82036E7}" dt="2026-08-19T15:20:08.251" v="777" actId="14100"/>
        <pc:sldMkLst>
          <pc:docMk/>
          <pc:sldMk cId="975416630" sldId="268"/>
        </pc:sldMkLst>
        <pc:spChg chg="add mod">
          <ac:chgData name="Juan Morales" userId="1a789b34e95d8f98" providerId="LiveId" clId="{ACC51BDB-BD9A-49AA-8D44-446EE82036E7}" dt="2026-08-19T15:13:42.705" v="721" actId="1076"/>
          <ac:spMkLst>
            <pc:docMk/>
            <pc:sldMk cId="975416630" sldId="268"/>
            <ac:spMk id="3" creationId="{59F43623-07EB-7E2B-75CD-2DA2AAA0137D}"/>
          </ac:spMkLst>
        </pc:spChg>
        <pc:spChg chg="mod">
          <ac:chgData name="Juan Morales" userId="1a789b34e95d8f98" providerId="LiveId" clId="{ACC51BDB-BD9A-49AA-8D44-446EE82036E7}" dt="2026-08-19T15:12:28.590" v="649"/>
          <ac:spMkLst>
            <pc:docMk/>
            <pc:sldMk cId="975416630" sldId="268"/>
            <ac:spMk id="7" creationId="{3982C889-58A8-9F9A-C827-502489C588B4}"/>
          </ac:spMkLst>
        </pc:spChg>
        <pc:spChg chg="add mod">
          <ac:chgData name="Juan Morales" userId="1a789b34e95d8f98" providerId="LiveId" clId="{ACC51BDB-BD9A-49AA-8D44-446EE82036E7}" dt="2026-08-19T15:13:31.521" v="719" actId="14100"/>
          <ac:spMkLst>
            <pc:docMk/>
            <pc:sldMk cId="975416630" sldId="268"/>
            <ac:spMk id="9" creationId="{8DD61412-0F08-E506-66D4-3E502357ACDF}"/>
          </ac:spMkLst>
        </pc:spChg>
        <pc:spChg chg="add mod">
          <ac:chgData name="Juan Morales" userId="1a789b34e95d8f98" providerId="LiveId" clId="{ACC51BDB-BD9A-49AA-8D44-446EE82036E7}" dt="2026-08-19T15:13:38.115" v="720" actId="1076"/>
          <ac:spMkLst>
            <pc:docMk/>
            <pc:sldMk cId="975416630" sldId="268"/>
            <ac:spMk id="11" creationId="{13ABFB34-8EFC-EBD0-3442-0BE3091BCD32}"/>
          </ac:spMkLst>
        </pc:spChg>
        <pc:spChg chg="add mod">
          <ac:chgData name="Juan Morales" userId="1a789b34e95d8f98" providerId="LiveId" clId="{ACC51BDB-BD9A-49AA-8D44-446EE82036E7}" dt="2026-08-19T15:14:56.854" v="725" actId="1076"/>
          <ac:spMkLst>
            <pc:docMk/>
            <pc:sldMk cId="975416630" sldId="268"/>
            <ac:spMk id="13" creationId="{1707FEE3-FE35-C2A0-6785-0EE5CF6CCD19}"/>
          </ac:spMkLst>
        </pc:spChg>
        <pc:spChg chg="add mod">
          <ac:chgData name="Juan Morales" userId="1a789b34e95d8f98" providerId="LiveId" clId="{ACC51BDB-BD9A-49AA-8D44-446EE82036E7}" dt="2026-08-19T15:15:13.531" v="730" actId="14100"/>
          <ac:spMkLst>
            <pc:docMk/>
            <pc:sldMk cId="975416630" sldId="268"/>
            <ac:spMk id="14" creationId="{0A3EA707-ADE3-4EFD-501E-2896B18CDD21}"/>
          </ac:spMkLst>
        </pc:spChg>
        <pc:spChg chg="add mod">
          <ac:chgData name="Juan Morales" userId="1a789b34e95d8f98" providerId="LiveId" clId="{ACC51BDB-BD9A-49AA-8D44-446EE82036E7}" dt="2026-08-19T15:16:39.077" v="739" actId="404"/>
          <ac:spMkLst>
            <pc:docMk/>
            <pc:sldMk cId="975416630" sldId="268"/>
            <ac:spMk id="16" creationId="{943E80E6-E6C8-81A1-1D1F-B3F5F0992458}"/>
          </ac:spMkLst>
        </pc:spChg>
        <pc:spChg chg="add mod">
          <ac:chgData name="Juan Morales" userId="1a789b34e95d8f98" providerId="LiveId" clId="{ACC51BDB-BD9A-49AA-8D44-446EE82036E7}" dt="2026-08-19T15:18:30.240" v="750" actId="20577"/>
          <ac:spMkLst>
            <pc:docMk/>
            <pc:sldMk cId="975416630" sldId="268"/>
            <ac:spMk id="18" creationId="{694C6582-5174-4F34-433A-63E67DBBC378}"/>
          </ac:spMkLst>
        </pc:spChg>
        <pc:spChg chg="add mod">
          <ac:chgData name="Juan Morales" userId="1a789b34e95d8f98" providerId="LiveId" clId="{ACC51BDB-BD9A-49AA-8D44-446EE82036E7}" dt="2026-08-19T15:18:53.636" v="755" actId="1076"/>
          <ac:spMkLst>
            <pc:docMk/>
            <pc:sldMk cId="975416630" sldId="268"/>
            <ac:spMk id="20" creationId="{A0ECFE53-31C5-7E67-435F-5B2F6C81269C}"/>
          </ac:spMkLst>
        </pc:spChg>
        <pc:spChg chg="add mod">
          <ac:chgData name="Juan Morales" userId="1a789b34e95d8f98" providerId="LiveId" clId="{ACC51BDB-BD9A-49AA-8D44-446EE82036E7}" dt="2026-08-19T15:19:11.580" v="765" actId="1036"/>
          <ac:spMkLst>
            <pc:docMk/>
            <pc:sldMk cId="975416630" sldId="268"/>
            <ac:spMk id="22" creationId="{2DC99CCA-5FD1-BB3C-3C83-D7E2A3D2BBD6}"/>
          </ac:spMkLst>
        </pc:spChg>
        <pc:spChg chg="add mod">
          <ac:chgData name="Juan Morales" userId="1a789b34e95d8f98" providerId="LiveId" clId="{ACC51BDB-BD9A-49AA-8D44-446EE82036E7}" dt="2026-08-19T15:19:55.556" v="775" actId="403"/>
          <ac:spMkLst>
            <pc:docMk/>
            <pc:sldMk cId="975416630" sldId="268"/>
            <ac:spMk id="24" creationId="{D3C96F61-99E1-7880-3CE3-AE72E0BBB233}"/>
          </ac:spMkLst>
        </pc:spChg>
        <pc:grpChg chg="add mod">
          <ac:chgData name="Juan Morales" userId="1a789b34e95d8f98" providerId="LiveId" clId="{ACC51BDB-BD9A-49AA-8D44-446EE82036E7}" dt="2026-08-19T15:20:08.251" v="777" actId="14100"/>
          <ac:grpSpMkLst>
            <pc:docMk/>
            <pc:sldMk cId="975416630" sldId="268"/>
            <ac:grpSpMk id="4" creationId="{F9DF8B8E-0E7F-175F-70C2-D2433D5540D5}"/>
          </ac:grpSpMkLst>
        </pc:grpChg>
        <pc:picChg chg="mod">
          <ac:chgData name="Juan Morales" userId="1a789b34e95d8f98" providerId="LiveId" clId="{ACC51BDB-BD9A-49AA-8D44-446EE82036E7}" dt="2026-08-19T15:12:28.590" v="649"/>
          <ac:picMkLst>
            <pc:docMk/>
            <pc:sldMk cId="975416630" sldId="268"/>
            <ac:picMk id="5" creationId="{681D1FFE-BEBA-5F88-C7E0-FFF009176F25}"/>
          </ac:picMkLst>
        </pc:picChg>
      </pc:sldChg>
      <pc:sldChg chg="addSp delSp modSp new mod setBg">
        <pc:chgData name="Juan Morales" userId="1a789b34e95d8f98" providerId="LiveId" clId="{ACC51BDB-BD9A-49AA-8D44-446EE82036E7}" dt="2026-08-19T15:42:30.589" v="1044" actId="1035"/>
        <pc:sldMkLst>
          <pc:docMk/>
          <pc:sldMk cId="1165265697" sldId="269"/>
        </pc:sldMkLst>
        <pc:spChg chg="mod">
          <ac:chgData name="Juan Morales" userId="1a789b34e95d8f98" providerId="LiveId" clId="{ACC51BDB-BD9A-49AA-8D44-446EE82036E7}" dt="2026-08-19T15:21:59.971" v="788"/>
          <ac:spMkLst>
            <pc:docMk/>
            <pc:sldMk cId="1165265697" sldId="269"/>
            <ac:spMk id="6" creationId="{7A10F5A2-F700-7473-9C02-A13344C47B29}"/>
          </ac:spMkLst>
        </pc:spChg>
        <pc:spChg chg="add del mod">
          <ac:chgData name="Juan Morales" userId="1a789b34e95d8f98" providerId="LiveId" clId="{ACC51BDB-BD9A-49AA-8D44-446EE82036E7}" dt="2026-08-19T15:36:08.156" v="1015" actId="1076"/>
          <ac:spMkLst>
            <pc:docMk/>
            <pc:sldMk cId="1165265697" sldId="269"/>
            <ac:spMk id="17" creationId="{CD3D47DF-D0C5-894F-946C-8C90A01844DB}"/>
          </ac:spMkLst>
        </pc:spChg>
        <pc:spChg chg="add mod ord">
          <ac:chgData name="Juan Morales" userId="1a789b34e95d8f98" providerId="LiveId" clId="{ACC51BDB-BD9A-49AA-8D44-446EE82036E7}" dt="2026-08-19T15:36:08.156" v="1015" actId="1076"/>
          <ac:spMkLst>
            <pc:docMk/>
            <pc:sldMk cId="1165265697" sldId="269"/>
            <ac:spMk id="18" creationId="{37AE1694-69AD-0F7D-87A1-DF8134CEB25B}"/>
          </ac:spMkLst>
        </pc:spChg>
        <pc:spChg chg="add mod ord">
          <ac:chgData name="Juan Morales" userId="1a789b34e95d8f98" providerId="LiveId" clId="{ACC51BDB-BD9A-49AA-8D44-446EE82036E7}" dt="2026-08-19T15:36:08.156" v="1015" actId="1076"/>
          <ac:spMkLst>
            <pc:docMk/>
            <pc:sldMk cId="1165265697" sldId="269"/>
            <ac:spMk id="20" creationId="{DE747C8E-FD22-9ECB-FB87-5F9BABFC2F5B}"/>
          </ac:spMkLst>
        </pc:spChg>
        <pc:spChg chg="add mod ord">
          <ac:chgData name="Juan Morales" userId="1a789b34e95d8f98" providerId="LiveId" clId="{ACC51BDB-BD9A-49AA-8D44-446EE82036E7}" dt="2026-08-19T15:36:08.156" v="1015" actId="1076"/>
          <ac:spMkLst>
            <pc:docMk/>
            <pc:sldMk cId="1165265697" sldId="269"/>
            <ac:spMk id="22" creationId="{224A49DB-8DD3-CC5C-49A7-365D6D030D66}"/>
          </ac:spMkLst>
        </pc:spChg>
        <pc:spChg chg="add mod">
          <ac:chgData name="Juan Morales" userId="1a789b34e95d8f98" providerId="LiveId" clId="{ACC51BDB-BD9A-49AA-8D44-446EE82036E7}" dt="2026-08-19T15:36:08.156" v="1015" actId="1076"/>
          <ac:spMkLst>
            <pc:docMk/>
            <pc:sldMk cId="1165265697" sldId="269"/>
            <ac:spMk id="24" creationId="{D6F422B9-B72A-75BD-F1C1-916CBF963913}"/>
          </ac:spMkLst>
        </pc:spChg>
        <pc:spChg chg="add mod">
          <ac:chgData name="Juan Morales" userId="1a789b34e95d8f98" providerId="LiveId" clId="{ACC51BDB-BD9A-49AA-8D44-446EE82036E7}" dt="2026-08-19T15:42:30.589" v="1044" actId="1035"/>
          <ac:spMkLst>
            <pc:docMk/>
            <pc:sldMk cId="1165265697" sldId="269"/>
            <ac:spMk id="26" creationId="{7176C6AB-92B2-393E-E52F-7F2838AAF325}"/>
          </ac:spMkLst>
        </pc:spChg>
        <pc:grpChg chg="add mod">
          <ac:chgData name="Juan Morales" userId="1a789b34e95d8f98" providerId="LiveId" clId="{ACC51BDB-BD9A-49AA-8D44-446EE82036E7}" dt="2026-08-19T15:36:16.147" v="1018" actId="1076"/>
          <ac:grpSpMkLst>
            <pc:docMk/>
            <pc:sldMk cId="1165265697" sldId="269"/>
            <ac:grpSpMk id="4" creationId="{AB834FD0-1F49-E404-ECC1-8F726F042463}"/>
          </ac:grpSpMkLst>
        </pc:grpChg>
        <pc:picChg chg="mod">
          <ac:chgData name="Juan Morales" userId="1a789b34e95d8f98" providerId="LiveId" clId="{ACC51BDB-BD9A-49AA-8D44-446EE82036E7}" dt="2026-08-19T15:21:59.971" v="788"/>
          <ac:picMkLst>
            <pc:docMk/>
            <pc:sldMk cId="1165265697" sldId="269"/>
            <ac:picMk id="5" creationId="{F1F2060D-73E5-D0A3-EA6B-FE3843CF64D6}"/>
          </ac:picMkLst>
        </pc:picChg>
        <pc:picChg chg="add mod">
          <ac:chgData name="Juan Morales" userId="1a789b34e95d8f98" providerId="LiveId" clId="{ACC51BDB-BD9A-49AA-8D44-446EE82036E7}" dt="2026-08-19T15:36:12.424" v="1017" actId="1076"/>
          <ac:picMkLst>
            <pc:docMk/>
            <pc:sldMk cId="1165265697" sldId="269"/>
            <ac:picMk id="16" creationId="{F9B24709-5D82-015D-CB94-765DF981565F}"/>
          </ac:picMkLst>
        </pc:picChg>
        <pc:cxnChg chg="add mod">
          <ac:chgData name="Juan Morales" userId="1a789b34e95d8f98" providerId="LiveId" clId="{ACC51BDB-BD9A-49AA-8D44-446EE82036E7}" dt="2026-08-19T15:36:08.156" v="1015" actId="1076"/>
          <ac:cxnSpMkLst>
            <pc:docMk/>
            <pc:sldMk cId="1165265697" sldId="269"/>
            <ac:cxnSpMk id="10" creationId="{A9ABABB6-9536-1189-3916-7A990CC7F747}"/>
          </ac:cxnSpMkLst>
        </pc:cxnChg>
      </pc:sldChg>
      <pc:sldChg chg="addSp delSp modSp new mod setBg">
        <pc:chgData name="Juan Morales" userId="1a789b34e95d8f98" providerId="LiveId" clId="{ACC51BDB-BD9A-49AA-8D44-446EE82036E7}" dt="2026-08-19T16:04:28.009" v="1345" actId="1076"/>
        <pc:sldMkLst>
          <pc:docMk/>
          <pc:sldMk cId="2906886085" sldId="271"/>
        </pc:sldMkLst>
        <pc:spChg chg="add mod">
          <ac:chgData name="Juan Morales" userId="1a789b34e95d8f98" providerId="LiveId" clId="{ACC51BDB-BD9A-49AA-8D44-446EE82036E7}" dt="2026-08-19T15:52:09.117" v="1133" actId="1076"/>
          <ac:spMkLst>
            <pc:docMk/>
            <pc:sldMk cId="2906886085" sldId="271"/>
            <ac:spMk id="3" creationId="{431ADFA9-B8DD-431A-5543-BAA461A7557D}"/>
          </ac:spMkLst>
        </pc:spChg>
        <pc:spChg chg="add mod">
          <ac:chgData name="Juan Morales" userId="1a789b34e95d8f98" providerId="LiveId" clId="{ACC51BDB-BD9A-49AA-8D44-446EE82036E7}" dt="2026-08-19T15:52:12.971" v="1134" actId="1076"/>
          <ac:spMkLst>
            <pc:docMk/>
            <pc:sldMk cId="2906886085" sldId="271"/>
            <ac:spMk id="5" creationId="{4F681768-D58B-FF2E-BA4D-47AA7643B407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7" creationId="{8C54B22C-6460-3245-7637-0F919FD347C2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8" creationId="{7B398688-327E-0158-E3C0-039095DE0253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9" creationId="{04C7A329-1968-0E38-C72B-B1A6E0E3069F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11" creationId="{6E88E19B-0C33-52D4-0EDC-E5E7C08DD366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13" creationId="{5096D8B1-C193-4E9C-A486-0A36C484C071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15" creationId="{13617C6C-0805-0FC0-2A30-662A1997946F}"/>
          </ac:spMkLst>
        </pc:spChg>
        <pc:spChg chg="mod">
          <ac:chgData name="Juan Morales" userId="1a789b34e95d8f98" providerId="LiveId" clId="{ACC51BDB-BD9A-49AA-8D44-446EE82036E7}" dt="2026-08-19T15:52:01.252" v="1132"/>
          <ac:spMkLst>
            <pc:docMk/>
            <pc:sldMk cId="2906886085" sldId="271"/>
            <ac:spMk id="18" creationId="{2755D56D-2C0D-94AF-1141-7CBDFAD170F7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19" creationId="{47DBF635-B692-A66C-B055-24D4D9D86252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21" creationId="{10289ADF-873E-A33F-AD1A-C132951EB3C1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23" creationId="{ED55F363-00E0-FF67-6648-7306A42B25ED}"/>
          </ac:spMkLst>
        </pc:spChg>
        <pc:spChg chg="add mod">
          <ac:chgData name="Juan Morales" userId="1a789b34e95d8f98" providerId="LiveId" clId="{ACC51BDB-BD9A-49AA-8D44-446EE82036E7}" dt="2026-08-19T15:57:04.257" v="1299" actId="1037"/>
          <ac:spMkLst>
            <pc:docMk/>
            <pc:sldMk cId="2906886085" sldId="271"/>
            <ac:spMk id="25" creationId="{E0D20DB4-56BC-058D-929B-704CB983D529}"/>
          </ac:spMkLst>
        </pc:spChg>
        <pc:grpChg chg="add mod">
          <ac:chgData name="Juan Morales" userId="1a789b34e95d8f98" providerId="LiveId" clId="{ACC51BDB-BD9A-49AA-8D44-446EE82036E7}" dt="2026-08-19T15:52:01.252" v="1132"/>
          <ac:grpSpMkLst>
            <pc:docMk/>
            <pc:sldMk cId="2906886085" sldId="271"/>
            <ac:grpSpMk id="16" creationId="{54C8CA64-44EB-328A-CDD8-DD4D38FDF50C}"/>
          </ac:grpSpMkLst>
        </pc:grpChg>
        <pc:picChg chg="mod">
          <ac:chgData name="Juan Morales" userId="1a789b34e95d8f98" providerId="LiveId" clId="{ACC51BDB-BD9A-49AA-8D44-446EE82036E7}" dt="2026-08-19T15:52:01.252" v="1132"/>
          <ac:picMkLst>
            <pc:docMk/>
            <pc:sldMk cId="2906886085" sldId="271"/>
            <ac:picMk id="17" creationId="{55FFD755-339F-12DF-1B41-2589B995BE9D}"/>
          </ac:picMkLst>
        </pc:picChg>
        <pc:picChg chg="add mod">
          <ac:chgData name="Juan Morales" userId="1a789b34e95d8f98" providerId="LiveId" clId="{ACC51BDB-BD9A-49AA-8D44-446EE82036E7}" dt="2026-08-19T16:04:28.009" v="1345" actId="1076"/>
          <ac:picMkLst>
            <pc:docMk/>
            <pc:sldMk cId="2906886085" sldId="271"/>
            <ac:picMk id="27" creationId="{54E50543-90C5-C660-3071-DDF5FAD274B7}"/>
          </ac:picMkLst>
        </pc:picChg>
      </pc:sldChg>
      <pc:sldChg chg="addSp delSp modSp new mod setBg">
        <pc:chgData name="Juan Morales" userId="1a789b34e95d8f98" providerId="LiveId" clId="{ACC51BDB-BD9A-49AA-8D44-446EE82036E7}" dt="2026-08-19T16:07:54.094" v="1373" actId="1076"/>
        <pc:sldMkLst>
          <pc:docMk/>
          <pc:sldMk cId="531760930" sldId="273"/>
        </pc:sldMkLst>
        <pc:spChg chg="add del mod">
          <ac:chgData name="Juan Morales" userId="1a789b34e95d8f98" providerId="LiveId" clId="{ACC51BDB-BD9A-49AA-8D44-446EE82036E7}" dt="2026-08-19T16:03:16.511" v="1337" actId="20577"/>
          <ac:spMkLst>
            <pc:docMk/>
            <pc:sldMk cId="531760930" sldId="273"/>
            <ac:spMk id="2" creationId="{43E11F80-9CBF-076F-EFCE-38E6840FCADF}"/>
          </ac:spMkLst>
        </pc:spChg>
        <pc:spChg chg="add del mod">
          <ac:chgData name="Juan Morales" userId="1a789b34e95d8f98" providerId="LiveId" clId="{ACC51BDB-BD9A-49AA-8D44-446EE82036E7}" dt="2026-08-19T16:07:38.983" v="1369" actId="1076"/>
          <ac:spMkLst>
            <pc:docMk/>
            <pc:sldMk cId="531760930" sldId="273"/>
            <ac:spMk id="3" creationId="{3700CF27-CE41-4AFD-234D-C25093C368EA}"/>
          </ac:spMkLst>
        </pc:spChg>
        <pc:spChg chg="mod">
          <ac:chgData name="Juan Morales" userId="1a789b34e95d8f98" providerId="LiveId" clId="{ACC51BDB-BD9A-49AA-8D44-446EE82036E7}" dt="2026-08-19T16:03:01.584" v="1333" actId="403"/>
          <ac:spMkLst>
            <pc:docMk/>
            <pc:sldMk cId="531760930" sldId="273"/>
            <ac:spMk id="5" creationId="{A6A289F6-8065-E2AA-E483-63B1C0E5DA86}"/>
          </ac:spMkLst>
        </pc:spChg>
        <pc:spChg chg="mod">
          <ac:chgData name="Juan Morales" userId="1a789b34e95d8f98" providerId="LiveId" clId="{ACC51BDB-BD9A-49AA-8D44-446EE82036E7}" dt="2026-08-19T16:03:01.584" v="1333" actId="403"/>
          <ac:spMkLst>
            <pc:docMk/>
            <pc:sldMk cId="531760930" sldId="273"/>
            <ac:spMk id="6" creationId="{C625CAB9-71DB-3216-33F3-B4490121D9E2}"/>
          </ac:spMkLst>
        </pc:spChg>
        <pc:spChg chg="add mod">
          <ac:chgData name="Juan Morales" userId="1a789b34e95d8f98" providerId="LiveId" clId="{ACC51BDB-BD9A-49AA-8D44-446EE82036E7}" dt="2026-08-19T16:03:10.712" v="1335" actId="1076"/>
          <ac:spMkLst>
            <pc:docMk/>
            <pc:sldMk cId="531760930" sldId="273"/>
            <ac:spMk id="9" creationId="{E987C50C-FDD9-6225-95C7-AB2A3E34D886}"/>
          </ac:spMkLst>
        </pc:spChg>
        <pc:grpChg chg="add mod">
          <ac:chgData name="Juan Morales" userId="1a789b34e95d8f98" providerId="LiveId" clId="{ACC51BDB-BD9A-49AA-8D44-446EE82036E7}" dt="2026-08-19T16:03:05.565" v="1334" actId="1076"/>
          <ac:grpSpMkLst>
            <pc:docMk/>
            <pc:sldMk cId="531760930" sldId="273"/>
            <ac:grpSpMk id="4" creationId="{0717CAAC-4E92-20C8-F6AD-AE3E9EF5ACCD}"/>
          </ac:grpSpMkLst>
        </pc:grpChg>
        <pc:picChg chg="add mod">
          <ac:chgData name="Juan Morales" userId="1a789b34e95d8f98" providerId="LiveId" clId="{ACC51BDB-BD9A-49AA-8D44-446EE82036E7}" dt="2026-08-19T16:07:52.216" v="1372" actId="1076"/>
          <ac:picMkLst>
            <pc:docMk/>
            <pc:sldMk cId="531760930" sldId="273"/>
            <ac:picMk id="7" creationId="{3E6B0DFF-6AA2-9BBC-2654-6799BD009139}"/>
          </ac:picMkLst>
        </pc:picChg>
        <pc:picChg chg="add mod">
          <ac:chgData name="Juan Morales" userId="1a789b34e95d8f98" providerId="LiveId" clId="{ACC51BDB-BD9A-49AA-8D44-446EE82036E7}" dt="2026-08-19T16:07:54.094" v="1373" actId="1076"/>
          <ac:picMkLst>
            <pc:docMk/>
            <pc:sldMk cId="531760930" sldId="273"/>
            <ac:picMk id="8" creationId="{948CF9A1-8AC7-D2A2-DA05-FFC50EBA13D8}"/>
          </ac:picMkLst>
        </pc:picChg>
      </pc:sldChg>
      <pc:sldChg chg="delSp modSp add mod">
        <pc:chgData name="Juan Morales" userId="1a789b34e95d8f98" providerId="LiveId" clId="{ACC51BDB-BD9A-49AA-8D44-446EE82036E7}" dt="2026-08-19T16:08:34.475" v="1377" actId="1076"/>
        <pc:sldMkLst>
          <pc:docMk/>
          <pc:sldMk cId="0" sldId="276"/>
        </pc:sldMkLst>
        <pc:spChg chg="mod">
          <ac:chgData name="Juan Morales" userId="1a789b34e95d8f98" providerId="LiveId" clId="{ACC51BDB-BD9A-49AA-8D44-446EE82036E7}" dt="2026-08-19T16:06:23.900" v="1354" actId="207"/>
          <ac:spMkLst>
            <pc:docMk/>
            <pc:sldMk cId="0" sldId="276"/>
            <ac:spMk id="7" creationId="{00000000-0000-0000-0000-000000000000}"/>
          </ac:spMkLst>
        </pc:spChg>
        <pc:spChg chg="mod">
          <ac:chgData name="Juan Morales" userId="1a789b34e95d8f98" providerId="LiveId" clId="{ACC51BDB-BD9A-49AA-8D44-446EE82036E7}" dt="2026-08-19T16:08:19.970" v="1374" actId="14100"/>
          <ac:spMkLst>
            <pc:docMk/>
            <pc:sldMk cId="0" sldId="276"/>
            <ac:spMk id="9" creationId="{CF5ABBF2-A794-C6A2-F245-EFD57894D661}"/>
          </ac:spMkLst>
        </pc:spChg>
        <pc:spChg chg="mod">
          <ac:chgData name="Juan Morales" userId="1a789b34e95d8f98" providerId="LiveId" clId="{ACC51BDB-BD9A-49AA-8D44-446EE82036E7}" dt="2026-08-19T16:08:34.475" v="1377" actId="1076"/>
          <ac:spMkLst>
            <pc:docMk/>
            <pc:sldMk cId="0" sldId="276"/>
            <ac:spMk id="10" creationId="{08CF3A4A-E659-AE20-D825-D19801C0202F}"/>
          </ac:spMkLst>
        </pc:spChg>
      </pc:sldChg>
      <pc:sldChg chg="addSp modSp new mod">
        <pc:chgData name="Juan Morales" userId="1a789b34e95d8f98" providerId="LiveId" clId="{ACC51BDB-BD9A-49AA-8D44-446EE82036E7}" dt="2026-08-19T16:07:10.932" v="1365" actId="1076"/>
        <pc:sldMkLst>
          <pc:docMk/>
          <pc:sldMk cId="1849310072" sldId="277"/>
        </pc:sldMkLst>
        <pc:picChg chg="add mod">
          <ac:chgData name="Juan Morales" userId="1a789b34e95d8f98" providerId="LiveId" clId="{ACC51BDB-BD9A-49AA-8D44-446EE82036E7}" dt="2026-08-19T16:07:10.932" v="1365" actId="1076"/>
          <ac:picMkLst>
            <pc:docMk/>
            <pc:sldMk cId="1849310072" sldId="277"/>
            <ac:picMk id="3" creationId="{609A1ECE-5AE9-2DF5-6D40-8762FDC603EB}"/>
          </ac:picMkLst>
        </pc:picChg>
      </pc:sldChg>
      <pc:sldChg chg="add setBg">
        <pc:chgData name="Juan Morales" userId="1a789b34e95d8f98" providerId="LiveId" clId="{ACC51BDB-BD9A-49AA-8D44-446EE82036E7}" dt="2026-08-19T16:07:31.102" v="1366"/>
        <pc:sldMkLst>
          <pc:docMk/>
          <pc:sldMk cId="2313576427" sldId="278"/>
        </pc:sldMkLst>
      </pc:sldChg>
      <pc:sldChg chg="addSp modSp new mod setBg">
        <pc:chgData name="Juan Morales" userId="1a789b34e95d8f98" providerId="LiveId" clId="{ACC51BDB-BD9A-49AA-8D44-446EE82036E7}" dt="2026-08-19T16:11:48.784" v="1412"/>
        <pc:sldMkLst>
          <pc:docMk/>
          <pc:sldMk cId="3366682230" sldId="279"/>
        </pc:sldMkLst>
        <pc:spChg chg="add">
          <ac:chgData name="Juan Morales" userId="1a789b34e95d8f98" providerId="LiveId" clId="{ACC51BDB-BD9A-49AA-8D44-446EE82036E7}" dt="2026-08-19T16:11:17.293" v="1381" actId="22"/>
          <ac:spMkLst>
            <pc:docMk/>
            <pc:sldMk cId="3366682230" sldId="279"/>
            <ac:spMk id="5" creationId="{4F9D7C1C-2B43-0D7D-FBE3-62DF1EC13292}"/>
          </ac:spMkLst>
        </pc:spChg>
        <pc:spChg chg="add mod">
          <ac:chgData name="Juan Morales" userId="1a789b34e95d8f98" providerId="LiveId" clId="{ACC51BDB-BD9A-49AA-8D44-446EE82036E7}" dt="2026-08-19T16:11:41.571" v="1411" actId="1076"/>
          <ac:spMkLst>
            <pc:docMk/>
            <pc:sldMk cId="3366682230" sldId="279"/>
            <ac:spMk id="7" creationId="{21D08783-9DFC-BF14-0BFF-F2FD44886F64}"/>
          </ac:spMkLst>
        </pc:spChg>
        <pc:spChg chg="mod">
          <ac:chgData name="Juan Morales" userId="1a789b34e95d8f98" providerId="LiveId" clId="{ACC51BDB-BD9A-49AA-8D44-446EE82036E7}" dt="2026-08-19T16:11:48.784" v="1412"/>
          <ac:spMkLst>
            <pc:docMk/>
            <pc:sldMk cId="3366682230" sldId="279"/>
            <ac:spMk id="10" creationId="{4E93677E-4757-1E6B-84B6-B96ADA2DCEE6}"/>
          </ac:spMkLst>
        </pc:spChg>
        <pc:grpChg chg="add mod">
          <ac:chgData name="Juan Morales" userId="1a789b34e95d8f98" providerId="LiveId" clId="{ACC51BDB-BD9A-49AA-8D44-446EE82036E7}" dt="2026-08-19T16:11:48.784" v="1412"/>
          <ac:grpSpMkLst>
            <pc:docMk/>
            <pc:sldMk cId="3366682230" sldId="279"/>
            <ac:grpSpMk id="8" creationId="{ED3EF991-E9F7-2957-98F8-DB009E3ACE6E}"/>
          </ac:grpSpMkLst>
        </pc:grpChg>
        <pc:picChg chg="add mod">
          <ac:chgData name="Juan Morales" userId="1a789b34e95d8f98" providerId="LiveId" clId="{ACC51BDB-BD9A-49AA-8D44-446EE82036E7}" dt="2026-08-19T16:11:38.168" v="1410" actId="1076"/>
          <ac:picMkLst>
            <pc:docMk/>
            <pc:sldMk cId="3366682230" sldId="279"/>
            <ac:picMk id="3" creationId="{56295A7F-C07D-ACD7-1E05-F72485A670CE}"/>
          </ac:picMkLst>
        </pc:picChg>
        <pc:picChg chg="mod">
          <ac:chgData name="Juan Morales" userId="1a789b34e95d8f98" providerId="LiveId" clId="{ACC51BDB-BD9A-49AA-8D44-446EE82036E7}" dt="2026-08-19T16:11:48.784" v="1412"/>
          <ac:picMkLst>
            <pc:docMk/>
            <pc:sldMk cId="3366682230" sldId="279"/>
            <ac:picMk id="9" creationId="{BFD87EE4-ED28-77BF-46E3-F8A76DADA6E6}"/>
          </ac:picMkLst>
        </pc:picChg>
      </pc:sldChg>
      <pc:sldChg chg="addSp modSp new mod setBg">
        <pc:chgData name="Juan Morales" userId="1a789b34e95d8f98" providerId="LiveId" clId="{ACC51BDB-BD9A-49AA-8D44-446EE82036E7}" dt="2026-08-19T16:18:29.851" v="1464" actId="1076"/>
        <pc:sldMkLst>
          <pc:docMk/>
          <pc:sldMk cId="1618830619" sldId="280"/>
        </pc:sldMkLst>
        <pc:spChg chg="add mod">
          <ac:chgData name="Juan Morales" userId="1a789b34e95d8f98" providerId="LiveId" clId="{ACC51BDB-BD9A-49AA-8D44-446EE82036E7}" dt="2026-08-19T16:13:37.332" v="1422" actId="1076"/>
          <ac:spMkLst>
            <pc:docMk/>
            <pc:sldMk cId="1618830619" sldId="280"/>
            <ac:spMk id="2" creationId="{4EBDC807-D1CA-8D17-A149-632D69177EDB}"/>
          </ac:spMkLst>
        </pc:spChg>
        <pc:spChg chg="add mod">
          <ac:chgData name="Juan Morales" userId="1a789b34e95d8f98" providerId="LiveId" clId="{ACC51BDB-BD9A-49AA-8D44-446EE82036E7}" dt="2026-08-19T16:17:33.599" v="1443" actId="1076"/>
          <ac:spMkLst>
            <pc:docMk/>
            <pc:sldMk cId="1618830619" sldId="280"/>
            <ac:spMk id="4" creationId="{4BF916DC-3F4F-8E00-A339-00F4EC0321E2}"/>
          </ac:spMkLst>
        </pc:spChg>
        <pc:spChg chg="add mod">
          <ac:chgData name="Juan Morales" userId="1a789b34e95d8f98" providerId="LiveId" clId="{ACC51BDB-BD9A-49AA-8D44-446EE82036E7}" dt="2026-08-19T16:17:33.599" v="1443" actId="1076"/>
          <ac:spMkLst>
            <pc:docMk/>
            <pc:sldMk cId="1618830619" sldId="280"/>
            <ac:spMk id="5" creationId="{9F9675E0-3268-2530-BFE0-65E80E0FBA8E}"/>
          </ac:spMkLst>
        </pc:spChg>
        <pc:spChg chg="add mod">
          <ac:chgData name="Juan Morales" userId="1a789b34e95d8f98" providerId="LiveId" clId="{ACC51BDB-BD9A-49AA-8D44-446EE82036E7}" dt="2026-08-19T16:18:29.851" v="1464" actId="1076"/>
          <ac:spMkLst>
            <pc:docMk/>
            <pc:sldMk cId="1618830619" sldId="280"/>
            <ac:spMk id="7" creationId="{4A4FAB3C-F6A5-890F-E9A5-974311668DEB}"/>
          </ac:spMkLst>
        </pc:spChg>
      </pc:sldChg>
    </pc:docChg>
  </pc:docChgLst>
  <pc:docChgLst>
    <pc:chgData name="Guest User" providerId="Windows Live" clId="Web-{D900025A-C32D-FF78-5752-84413C453ECA}"/>
    <pc:docChg chg="modSld">
      <pc:chgData name="Guest User" userId="" providerId="Windows Live" clId="Web-{D900025A-C32D-FF78-5752-84413C453ECA}" dt="2026-08-23T14:25:11.627" v="1"/>
      <pc:docMkLst>
        <pc:docMk/>
      </pc:docMkLst>
      <pc:sldChg chg="delSp">
        <pc:chgData name="Guest User" userId="" providerId="Windows Live" clId="Web-{D900025A-C32D-FF78-5752-84413C453ECA}" dt="2026-08-23T14:25:11.627" v="1"/>
        <pc:sldMkLst>
          <pc:docMk/>
          <pc:sldMk cId="0" sldId="256"/>
        </pc:sldMkLst>
        <pc:picChg chg="del">
          <ac:chgData name="Guest User" userId="" providerId="Windows Live" clId="Web-{D900025A-C32D-FF78-5752-84413C453ECA}" dt="2026-08-23T14:25:09.767" v="0"/>
          <ac:picMkLst>
            <pc:docMk/>
            <pc:sldMk cId="0" sldId="256"/>
            <ac:picMk id="3" creationId="{945C2CE3-841D-290C-463D-60EC9C84D6CD}"/>
          </ac:picMkLst>
        </pc:picChg>
        <pc:picChg chg="del">
          <ac:chgData name="Guest User" userId="" providerId="Windows Live" clId="Web-{D900025A-C32D-FF78-5752-84413C453ECA}" dt="2026-08-23T14:25:11.627" v="1"/>
          <ac:picMkLst>
            <pc:docMk/>
            <pc:sldMk cId="0" sldId="256"/>
            <ac:picMk id="6" creationId="{2762E2C5-79D8-BEA7-0B9A-C31BB5A0F4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502D8-A707-4663-BFB5-8B7D7A5F515D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3C06C-6365-4506-AF3C-968D94B8297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575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3C06C-6365-4506-AF3C-968D94B82970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53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807720"/>
            <a:ext cx="344620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chemeClr val="bg1"/>
                </a:solidFill>
                <a:latin typeface="Inter SemiBold"/>
              </a:rPr>
              <a:t>CLASE 0</a:t>
            </a:r>
            <a:r>
              <a:rPr lang="es-PE" sz="1600">
                <a:solidFill>
                  <a:schemeClr val="bg1"/>
                </a:solidFill>
                <a:latin typeface="Inter SemiBold"/>
              </a:rPr>
              <a:t>4</a:t>
            </a:r>
            <a:r>
              <a:rPr sz="1600" b="0" i="0" u="none">
                <a:solidFill>
                  <a:schemeClr val="bg1"/>
                </a:solidFill>
                <a:latin typeface="Inter SemiBold"/>
              </a:rPr>
              <a:t>: </a:t>
            </a:r>
            <a:r>
              <a:rPr lang="es-PE" sz="1600">
                <a:solidFill>
                  <a:schemeClr val="bg1"/>
                </a:solidFill>
                <a:latin typeface="Inter SemiBold"/>
              </a:rPr>
              <a:t>APRENDIZAJE SUPERVISADO</a:t>
            </a:r>
            <a:endParaRPr sz="1600" b="0" i="0" u="none">
              <a:solidFill>
                <a:schemeClr val="bg1"/>
              </a:solidFill>
              <a:latin typeface="Inter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6586" y="1319518"/>
            <a:ext cx="11201400" cy="810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7200" b="1" i="0" u="none">
                <a:solidFill>
                  <a:schemeClr val="bg1"/>
                </a:solidFill>
                <a:latin typeface="Arial Black" panose="020B0A04020102020204" pitchFamily="34" charset="0"/>
                <a:cs typeface="Microsoft Tai Le" panose="020B0502040204020203" pitchFamily="34" charset="0"/>
              </a:rPr>
              <a:t>Machine Learning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2041957-1719-1053-0F9D-24F808F709B7}"/>
              </a:ext>
            </a:extLst>
          </p:cNvPr>
          <p:cNvCxnSpPr>
            <a:cxnSpLocks/>
          </p:cNvCxnSpPr>
          <p:nvPr/>
        </p:nvCxnSpPr>
        <p:spPr>
          <a:xfrm>
            <a:off x="714867" y="1107444"/>
            <a:ext cx="88344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n 6" descr="Tensorflow Logo - PNG Logo Vector Brand Downloads (SVG, EPS)">
            <a:extLst>
              <a:ext uri="{FF2B5EF4-FFF2-40B4-BE49-F238E27FC236}">
                <a16:creationId xmlns:a16="http://schemas.microsoft.com/office/drawing/2014/main" id="{EF5D63B4-0596-1C7F-8D2F-19195F5D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033" y="3134210"/>
            <a:ext cx="4620129" cy="883260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7A9138D6-4FC3-4045-F710-334E6A2368C0}"/>
              </a:ext>
            </a:extLst>
          </p:cNvPr>
          <p:cNvGrpSpPr/>
          <p:nvPr/>
        </p:nvGrpSpPr>
        <p:grpSpPr>
          <a:xfrm>
            <a:off x="8973832" y="5304232"/>
            <a:ext cx="3120757" cy="1464213"/>
            <a:chOff x="8973832" y="5304232"/>
            <a:chExt cx="3120757" cy="1464213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2AAA95C-62ED-6BEA-E878-1B23E63EA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2268" b="36251"/>
            <a:stretch>
              <a:fillRect/>
            </a:stretch>
          </p:blipFill>
          <p:spPr>
            <a:xfrm>
              <a:off x="8973832" y="5304232"/>
              <a:ext cx="3120757" cy="1294531"/>
            </a:xfrm>
            <a:prstGeom prst="rect">
              <a:avLst/>
            </a:prstGeom>
          </p:spPr>
        </p:pic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45AC62BE-9E07-E9AE-8FC3-21FE9090D09F}"/>
                </a:ext>
              </a:extLst>
            </p:cNvPr>
            <p:cNvSpPr/>
            <p:nvPr/>
          </p:nvSpPr>
          <p:spPr>
            <a:xfrm>
              <a:off x="10222660" y="6293984"/>
              <a:ext cx="1373171" cy="474461"/>
            </a:xfrm>
            <a:prstGeom prst="rect">
              <a:avLst/>
            </a:prstGeom>
            <a:solidFill>
              <a:srgbClr val="9B0C1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523878-878A-EDC7-6E9B-A7C9E94D5335}"/>
              </a:ext>
            </a:extLst>
          </p:cNvPr>
          <p:cNvSpPr txBox="1"/>
          <p:nvPr/>
        </p:nvSpPr>
        <p:spPr>
          <a:xfrm>
            <a:off x="12650771" y="628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C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1C444-9B65-A315-A6C7-FCB138BF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9F43623-07EB-7E2B-75CD-2DA2AAA0137D}"/>
                  </a:ext>
                </a:extLst>
              </p:cNvPr>
              <p:cNvSpPr txBox="1"/>
              <p:nvPr/>
            </p:nvSpPr>
            <p:spPr>
              <a:xfrm>
                <a:off x="1590024" y="1832227"/>
                <a:ext cx="9539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PE">
                    <a:solidFill>
                      <a:schemeClr val="bg1"/>
                    </a:solidFill>
                  </a:rPr>
                  <a:t>El algoritmo aprende una función de mapeo </a:t>
                </a:r>
                <a14:m>
                  <m:oMath xmlns:m="http://schemas.openxmlformats.org/officeDocument/2006/math">
                    <m:r>
                      <a:rPr lang="es-PE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PE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P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PE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s-P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PE">
                    <a:solidFill>
                      <a:schemeClr val="bg1"/>
                    </a:solidFill>
                  </a:rPr>
                  <a:t>a partir de un conjunto de datos etiquetados.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9F43623-07EB-7E2B-75CD-2DA2AAA01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024" y="1832227"/>
                <a:ext cx="9539926" cy="369332"/>
              </a:xfrm>
              <a:prstGeom prst="rect">
                <a:avLst/>
              </a:prstGeom>
              <a:blipFill>
                <a:blip r:embed="rId3"/>
                <a:stretch>
                  <a:fillRect l="-575" t="-10000" b="-2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F9DF8B8E-0E7F-175F-70C2-D2433D5540D5}"/>
              </a:ext>
            </a:extLst>
          </p:cNvPr>
          <p:cNvGrpSpPr/>
          <p:nvPr/>
        </p:nvGrpSpPr>
        <p:grpSpPr>
          <a:xfrm>
            <a:off x="9945278" y="63273"/>
            <a:ext cx="2149311" cy="1039664"/>
            <a:chOff x="8973832" y="5304232"/>
            <a:chExt cx="3120757" cy="146421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681D1FFE-BEBA-5F88-C7E0-FFF009176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2268" b="36251"/>
            <a:stretch>
              <a:fillRect/>
            </a:stretch>
          </p:blipFill>
          <p:spPr>
            <a:xfrm>
              <a:off x="8973832" y="5304232"/>
              <a:ext cx="3120757" cy="1294531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982C889-58A8-9F9A-C827-502489C588B4}"/>
                </a:ext>
              </a:extLst>
            </p:cNvPr>
            <p:cNvSpPr/>
            <p:nvPr/>
          </p:nvSpPr>
          <p:spPr>
            <a:xfrm>
              <a:off x="10222660" y="6293984"/>
              <a:ext cx="1373171" cy="474461"/>
            </a:xfrm>
            <a:prstGeom prst="rect">
              <a:avLst/>
            </a:prstGeom>
            <a:solidFill>
              <a:srgbClr val="9B0C1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8DD61412-0F08-E506-66D4-3E502357ACDF}"/>
              </a:ext>
            </a:extLst>
          </p:cNvPr>
          <p:cNvSpPr/>
          <p:nvPr/>
        </p:nvSpPr>
        <p:spPr>
          <a:xfrm>
            <a:off x="2941163" y="1102936"/>
            <a:ext cx="6400800" cy="49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ABFB34-8EFC-EBD0-3442-0BE3091BCD32}"/>
              </a:ext>
            </a:extLst>
          </p:cNvPr>
          <p:cNvSpPr txBox="1"/>
          <p:nvPr/>
        </p:nvSpPr>
        <p:spPr>
          <a:xfrm>
            <a:off x="2941163" y="1038716"/>
            <a:ext cx="8107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i="1"/>
              <a:t>¿Qué es el aprendizaje Supervisado?</a:t>
            </a:r>
            <a:endParaRPr lang="es-PE" sz="3200" b="1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707FEE3-FE35-C2A0-6785-0EE5CF6CCD19}"/>
                  </a:ext>
                </a:extLst>
              </p:cNvPr>
              <p:cNvSpPr txBox="1"/>
              <p:nvPr/>
            </p:nvSpPr>
            <p:spPr>
              <a:xfrm>
                <a:off x="3094349" y="2472280"/>
                <a:ext cx="6094428" cy="383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es-P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s-P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P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s-PE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707FEE3-FE35-C2A0-6785-0EE5CF6CC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349" y="2472280"/>
                <a:ext cx="6094428" cy="383759"/>
              </a:xfrm>
              <a:prstGeom prst="rect">
                <a:avLst/>
              </a:prstGeom>
              <a:blipFill>
                <a:blip r:embed="rId5"/>
                <a:stretch>
                  <a:fillRect t="-11111" b="-1269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0A3EA707-ADE3-4EFD-501E-2896B18CDD21}"/>
              </a:ext>
            </a:extLst>
          </p:cNvPr>
          <p:cNvSpPr/>
          <p:nvPr/>
        </p:nvSpPr>
        <p:spPr>
          <a:xfrm>
            <a:off x="5608948" y="2472280"/>
            <a:ext cx="1036949" cy="3837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43E80E6-E6C8-81A1-1D1F-B3F5F0992458}"/>
                  </a:ext>
                </a:extLst>
              </p:cNvPr>
              <p:cNvSpPr txBox="1"/>
              <p:nvPr/>
            </p:nvSpPr>
            <p:spPr>
              <a:xfrm>
                <a:off x="1501220" y="3058999"/>
                <a:ext cx="954699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sz="1600">
                    <a:solidFill>
                      <a:schemeClr val="bg1"/>
                    </a:solidFill>
                  </a:rPr>
                  <a:t>El término 'supervisado' proviene de la presencia de una 'etiqueta verdadera' (</a:t>
                </a:r>
                <a14:m>
                  <m:oMath xmlns:m="http://schemas.openxmlformats.org/officeDocument/2006/math">
                    <m:r>
                      <a:rPr lang="es-PE" sz="1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PE" sz="1600">
                    <a:solidFill>
                      <a:schemeClr val="bg1"/>
                    </a:solidFill>
                  </a:rPr>
                  <a:t>) que actúa como un maestro o supervisor. El objetivo matemático no es memorizar los datos, sino aproximar la función desconocida </a:t>
                </a:r>
                <a14:m>
                  <m:oMath xmlns:m="http://schemas.openxmlformats.org/officeDocument/2006/math">
                    <m:r>
                      <a:rPr lang="es-PE" sz="1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PE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PE" sz="1600">
                    <a:solidFill>
                      <a:schemeClr val="bg1"/>
                    </a:solidFill>
                  </a:rPr>
                  <a:t>minimizando una función de pérdida</a:t>
                </a: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43E80E6-E6C8-81A1-1D1F-B3F5F0992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220" y="3058999"/>
                <a:ext cx="9546995" cy="830997"/>
              </a:xfrm>
              <a:prstGeom prst="rect">
                <a:avLst/>
              </a:prstGeom>
              <a:blipFill>
                <a:blip r:embed="rId6"/>
                <a:stretch>
                  <a:fillRect l="-319" t="-2206" r="-383" b="-882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694C6582-5174-4F34-433A-63E67DBBC378}"/>
                  </a:ext>
                </a:extLst>
              </p:cNvPr>
              <p:cNvSpPr txBox="1"/>
              <p:nvPr/>
            </p:nvSpPr>
            <p:spPr>
              <a:xfrm>
                <a:off x="1501220" y="4011881"/>
                <a:ext cx="60944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PE" i="1">
                    <a:solidFill>
                      <a:schemeClr val="bg1"/>
                    </a:solidFill>
                    <a:effectLst/>
                    <a:latin typeface="Google Sans Text"/>
                  </a:rPr>
                  <a:t>Variables independientes / </a:t>
                </a:r>
                <a:r>
                  <a:rPr lang="es-PE" i="1" err="1">
                    <a:solidFill>
                      <a:schemeClr val="bg1"/>
                    </a:solidFill>
                    <a:effectLst/>
                    <a:latin typeface="Google Sans Text"/>
                  </a:rPr>
                  <a:t>Features</a:t>
                </a:r>
                <a:r>
                  <a:rPr lang="es-PE" i="1">
                    <a:solidFill>
                      <a:schemeClr val="bg1"/>
                    </a:solidFill>
                    <a:effectLst/>
                    <a:latin typeface="Google Sans Text"/>
                  </a:rPr>
                  <a:t> (</a:t>
                </a:r>
                <a14:m>
                  <m:oMath xmlns:m="http://schemas.openxmlformats.org/officeDocument/2006/math">
                    <m:r>
                      <a:rPr lang="es-PE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P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PE" i="1">
                    <a:solidFill>
                      <a:schemeClr val="bg1"/>
                    </a:solidFill>
                    <a:effectLst/>
                    <a:latin typeface="Google Sans Text"/>
                  </a:rPr>
                  <a:t>).</a:t>
                </a: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PE" i="1">
                    <a:solidFill>
                      <a:schemeClr val="bg1"/>
                    </a:solidFill>
                    <a:effectLst/>
                    <a:latin typeface="Google Sans Text"/>
                  </a:rPr>
                  <a:t>Variable dependiente / Target / Etiqueta (</a:t>
                </a:r>
                <a14:m>
                  <m:oMath xmlns:m="http://schemas.openxmlformats.org/officeDocument/2006/math">
                    <m:r>
                      <a:rPr lang="es-PE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PE" i="1">
                    <a:solidFill>
                      <a:schemeClr val="bg1"/>
                    </a:solidFill>
                    <a:effectLst/>
                    <a:latin typeface="Google Sans Text"/>
                  </a:rPr>
                  <a:t>).</a:t>
                </a: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PE" i="1">
                    <a:solidFill>
                      <a:schemeClr val="bg1"/>
                    </a:solidFill>
                    <a:effectLst/>
                    <a:latin typeface="Google Sans Text"/>
                  </a:rPr>
                  <a:t>Término de error  (</a:t>
                </a:r>
                <a14:m>
                  <m:oMath xmlns:m="http://schemas.openxmlformats.org/officeDocument/2006/math">
                    <m:r>
                      <a:rPr lang="es-PE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s-PE" i="1">
                    <a:solidFill>
                      <a:schemeClr val="bg1"/>
                    </a:solidFill>
                    <a:effectLst/>
                    <a:latin typeface="Google Sans Text"/>
                  </a:rPr>
                  <a:t>).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694C6582-5174-4F34-433A-63E67DBBC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220" y="4011881"/>
                <a:ext cx="6094428" cy="923330"/>
              </a:xfrm>
              <a:prstGeom prst="rect">
                <a:avLst/>
              </a:prstGeom>
              <a:blipFill>
                <a:blip r:embed="rId7"/>
                <a:stretch>
                  <a:fillRect l="-600" t="-3289" b="-92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0ECFE53-31C5-7E67-435F-5B2F6C81269C}"/>
                  </a:ext>
                </a:extLst>
              </p:cNvPr>
              <p:cNvSpPr txBox="1"/>
              <p:nvPr/>
            </p:nvSpPr>
            <p:spPr>
              <a:xfrm>
                <a:off x="3048786" y="5119566"/>
                <a:ext cx="6094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P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P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P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P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s-PE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0ECFE53-31C5-7E67-435F-5B2F6C812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86" y="5119566"/>
                <a:ext cx="6094428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21">
            <a:extLst>
              <a:ext uri="{FF2B5EF4-FFF2-40B4-BE49-F238E27FC236}">
                <a16:creationId xmlns:a16="http://schemas.microsoft.com/office/drawing/2014/main" id="{2DC99CCA-5FD1-BB3C-3C83-D7E2A3D2BBD6}"/>
              </a:ext>
            </a:extLst>
          </p:cNvPr>
          <p:cNvSpPr/>
          <p:nvPr/>
        </p:nvSpPr>
        <p:spPr>
          <a:xfrm>
            <a:off x="5323038" y="5085377"/>
            <a:ext cx="1511395" cy="43180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3C96F61-99E1-7880-3CE3-AE72E0BBB233}"/>
                  </a:ext>
                </a:extLst>
              </p:cNvPr>
              <p:cNvSpPr txBox="1"/>
              <p:nvPr/>
            </p:nvSpPr>
            <p:spPr>
              <a:xfrm>
                <a:off x="665769" y="5860230"/>
                <a:ext cx="10951588" cy="325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PE" sz="14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Datos</m:t>
                      </m:r>
                      <m:r>
                        <m:rPr>
                          <m:nor/>
                        </m:rPr>
                        <a:rPr lang="es-PE" sz="14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PE" sz="14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PE" sz="14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PE" sz="14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Entrenamiento</m:t>
                      </m:r>
                      <m:r>
                        <m:rPr>
                          <m:nor/>
                        </m:rPr>
                        <a:rPr lang="es-PE" sz="14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P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P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𝑡𝑟𝑎𝑖𝑛</m:t>
                              </m:r>
                            </m:sub>
                          </m:sSub>
                          <m:r>
                            <a:rPr lang="es-PE" sz="1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P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P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𝑡𝑟𝑎𝑖𝑛</m:t>
                              </m:r>
                            </m:sub>
                          </m:sSub>
                        </m:e>
                      </m:d>
                      <m: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⟶</m:t>
                      </m:r>
                      <m:r>
                        <m:rPr>
                          <m:nor/>
                        </m:rP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Algoritmo</m:t>
                      </m:r>
                      <m: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⟶</m:t>
                      </m:r>
                      <m:acc>
                        <m:accPr>
                          <m:chr m:val="ˆ"/>
                          <m:ctrlPr>
                            <a:rPr lang="es-P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P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⟶</m:t>
                      </m:r>
                      <m:r>
                        <m:rPr>
                          <m:nor/>
                        </m:rP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Predicci</m:t>
                      </m:r>
                      <m:r>
                        <m:rPr>
                          <m:nor/>
                        </m:rP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nor/>
                        </m:rP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s-PE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ˆ"/>
                          <m:ctrlPr>
                            <a:rPr lang="es-P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s-PE" sz="1400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3C96F61-99E1-7880-3CE3-AE72E0BBB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69" y="5860230"/>
                <a:ext cx="10951588" cy="325217"/>
              </a:xfrm>
              <a:prstGeom prst="rect">
                <a:avLst/>
              </a:prstGeom>
              <a:blipFill>
                <a:blip r:embed="rId9"/>
                <a:stretch>
                  <a:fillRect t="-1852" b="-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41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AB834FD0-1F49-E404-ECC1-8F726F042463}"/>
              </a:ext>
            </a:extLst>
          </p:cNvPr>
          <p:cNvGrpSpPr/>
          <p:nvPr/>
        </p:nvGrpSpPr>
        <p:grpSpPr>
          <a:xfrm>
            <a:off x="9756742" y="184364"/>
            <a:ext cx="2149311" cy="1039664"/>
            <a:chOff x="8973832" y="5304232"/>
            <a:chExt cx="3120757" cy="146421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F1F2060D-73E5-D0A3-EA6B-FE3843CF6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2268" b="36251"/>
            <a:stretch>
              <a:fillRect/>
            </a:stretch>
          </p:blipFill>
          <p:spPr>
            <a:xfrm>
              <a:off x="8973832" y="5304232"/>
              <a:ext cx="3120757" cy="1294531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A10F5A2-F700-7473-9C02-A13344C47B29}"/>
                </a:ext>
              </a:extLst>
            </p:cNvPr>
            <p:cNvSpPr/>
            <p:nvPr/>
          </p:nvSpPr>
          <p:spPr>
            <a:xfrm>
              <a:off x="10222660" y="6293984"/>
              <a:ext cx="1373171" cy="474461"/>
            </a:xfrm>
            <a:prstGeom prst="rect">
              <a:avLst/>
            </a:prstGeom>
            <a:solidFill>
              <a:srgbClr val="9B0C1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9ABABB6-9536-1189-3916-7A990CC7F747}"/>
              </a:ext>
            </a:extLst>
          </p:cNvPr>
          <p:cNvCxnSpPr/>
          <p:nvPr/>
        </p:nvCxnSpPr>
        <p:spPr>
          <a:xfrm>
            <a:off x="4427456" y="1385740"/>
            <a:ext cx="0" cy="4081806"/>
          </a:xfrm>
          <a:prstGeom prst="line">
            <a:avLst/>
          </a:prstGeom>
          <a:ln w="9525">
            <a:solidFill>
              <a:schemeClr val="bg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n 15" descr="MÓDULO N°4: Fundamentos Teóricos del Aprendizaje Supervisado y No ...">
            <a:extLst>
              <a:ext uri="{FF2B5EF4-FFF2-40B4-BE49-F238E27FC236}">
                <a16:creationId xmlns:a16="http://schemas.microsoft.com/office/drawing/2014/main" id="{F9B24709-5D82-015D-CB94-765DF9815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06" b="97222" l="3646" r="96354">
                        <a14:foregroundMark x1="7083" y1="18611" x2="3958" y2="41389"/>
                        <a14:foregroundMark x1="3958" y1="41389" x2="7813" y2="71806"/>
                        <a14:foregroundMark x1="7813" y1="71806" x2="11979" y2="80833"/>
                        <a14:foregroundMark x1="11979" y1="80833" x2="16667" y2="81528"/>
                        <a14:foregroundMark x1="4479" y1="19444" x2="3958" y2="73750"/>
                        <a14:foregroundMark x1="7604" y1="21944" x2="30208" y2="22361"/>
                        <a14:foregroundMark x1="30208" y1="22361" x2="35833" y2="26806"/>
                        <a14:foregroundMark x1="35833" y1="26806" x2="38333" y2="36528"/>
                        <a14:foregroundMark x1="38333" y1="36528" x2="38333" y2="36528"/>
                        <a14:foregroundMark x1="9375" y1="18056" x2="28438" y2="15278"/>
                        <a14:foregroundMark x1="28438" y1="15278" x2="35833" y2="19028"/>
                        <a14:foregroundMark x1="35833" y1="19028" x2="37083" y2="31528"/>
                        <a14:foregroundMark x1="38333" y1="74028" x2="35833" y2="82917"/>
                        <a14:foregroundMark x1="35833" y1="82917" x2="21250" y2="81250"/>
                        <a14:foregroundMark x1="42604" y1="55000" x2="48229" y2="63889"/>
                        <a14:foregroundMark x1="48229" y1="63889" x2="49271" y2="63472"/>
                        <a14:foregroundMark x1="41250" y1="70694" x2="45208" y2="60833"/>
                        <a14:foregroundMark x1="45208" y1="60833" x2="47396" y2="69444"/>
                        <a14:foregroundMark x1="47396" y1="69444" x2="45521" y2="78889"/>
                        <a14:foregroundMark x1="45521" y1="78889" x2="45625" y2="80417"/>
                        <a14:foregroundMark x1="45104" y1="47222" x2="44479" y2="30694"/>
                        <a14:foregroundMark x1="44479" y1="30694" x2="51979" y2="18611"/>
                        <a14:foregroundMark x1="51979" y1="18611" x2="65000" y2="16389"/>
                        <a14:foregroundMark x1="65000" y1="16389" x2="76250" y2="22639"/>
                        <a14:foregroundMark x1="76250" y1="22639" x2="79063" y2="59444"/>
                        <a14:foregroundMark x1="51563" y1="80694" x2="61458" y2="81528"/>
                        <a14:foregroundMark x1="5938" y1="7639" x2="20938" y2="9583"/>
                        <a14:foregroundMark x1="20938" y1="9583" x2="68125" y2="5278"/>
                        <a14:foregroundMark x1="68125" y1="5278" x2="72500" y2="6389"/>
                        <a14:foregroundMark x1="4375" y1="3611" x2="20208" y2="4028"/>
                        <a14:foregroundMark x1="20208" y1="4028" x2="43958" y2="1944"/>
                        <a14:foregroundMark x1="43958" y1="1944" x2="48958" y2="2500"/>
                        <a14:foregroundMark x1="4167" y1="10556" x2="11250" y2="10972"/>
                        <a14:foregroundMark x1="11250" y1="10972" x2="29688" y2="9861"/>
                        <a14:foregroundMark x1="29688" y1="9861" x2="56146" y2="11111"/>
                        <a14:foregroundMark x1="56146" y1="11111" x2="73229" y2="10278"/>
                        <a14:foregroundMark x1="73229" y1="10278" x2="77326" y2="10278"/>
                        <a14:foregroundMark x1="79090" y1="7759" x2="75104" y2="4722"/>
                        <a14:foregroundMark x1="88277" y1="38801" x2="88874" y2="39583"/>
                        <a14:foregroundMark x1="76875" y1="15417" x2="79271" y2="48750"/>
                        <a14:foregroundMark x1="57396" y1="22083" x2="69063" y2="22639"/>
                        <a14:foregroundMark x1="8229" y1="80972" x2="3646" y2="75833"/>
                        <a14:foregroundMark x1="82292" y1="69583" x2="82292" y2="69583"/>
                        <a14:foregroundMark x1="78229" y1="66111" x2="85208" y2="94583"/>
                        <a14:foregroundMark x1="85208" y1="94583" x2="85208" y2="94583"/>
                        <a14:foregroundMark x1="73958" y1="90694" x2="78750" y2="85833"/>
                        <a14:foregroundMark x1="78750" y1="85833" x2="89688" y2="84583"/>
                        <a14:foregroundMark x1="89688" y1="84583" x2="95521" y2="88194"/>
                        <a14:foregroundMark x1="95521" y1="88194" x2="96458" y2="89583"/>
                        <a14:foregroundMark x1="79063" y1="65000" x2="86458" y2="63750"/>
                        <a14:foregroundMark x1="86458" y1="63750" x2="93750" y2="69306"/>
                        <a14:foregroundMark x1="93750" y1="69306" x2="94688" y2="72639"/>
                        <a14:foregroundMark x1="80521" y1="84028" x2="76354" y2="74306"/>
                        <a14:foregroundMark x1="76354" y1="74306" x2="83333" y2="62778"/>
                        <a14:foregroundMark x1="83333" y1="62778" x2="90104" y2="63056"/>
                        <a14:foregroundMark x1="90104" y1="63056" x2="90313" y2="63750"/>
                        <a14:foregroundMark x1="85000" y1="57500" x2="85000" y2="57500"/>
                        <a14:foregroundMark x1="96458" y1="71944" x2="96458" y2="71944"/>
                        <a14:foregroundMark x1="79896" y1="90833" x2="79896" y2="90833"/>
                        <a14:foregroundMark x1="88958" y1="93750" x2="88958" y2="93750"/>
                        <a14:foregroundMark x1="73542" y1="71944" x2="73542" y2="71944"/>
                        <a14:foregroundMark x1="85000" y1="97222" x2="85000" y2="97222"/>
                        <a14:backgroundMark x1="79792" y1="9722" x2="79792" y2="7917"/>
                        <a14:backgroundMark x1="79063" y1="7778" x2="79375" y2="8472"/>
                        <a14:backgroundMark x1="82917" y1="10694" x2="80000" y2="9583"/>
                        <a14:backgroundMark x1="79271" y1="7639" x2="79688" y2="11389"/>
                        <a14:backgroundMark x1="87292" y1="32639" x2="87292" y2="32639"/>
                        <a14:backgroundMark x1="96667" y1="27778" x2="96667" y2="27778"/>
                        <a14:backgroundMark x1="87292" y1="21250" x2="87292" y2="21250"/>
                        <a14:backgroundMark x1="87292" y1="21250" x2="87292" y2="21250"/>
                        <a14:backgroundMark x1="86354" y1="19861" x2="88542" y2="20833"/>
                        <a14:backgroundMark x1="85938" y1="19861" x2="89583" y2="22778"/>
                        <a14:backgroundMark x1="94375" y1="27639" x2="94063" y2="28056"/>
                        <a14:backgroundMark x1="92083" y1="27639" x2="86250" y2="27361"/>
                        <a14:backgroundMark x1="82708" y1="13889" x2="82813" y2="28750"/>
                        <a14:backgroundMark x1="82813" y1="28750" x2="88750" y2="33750"/>
                        <a14:backgroundMark x1="88750" y1="33750" x2="91771" y2="26944"/>
                        <a14:backgroundMark x1="83750" y1="18194" x2="94271" y2="27500"/>
                        <a14:backgroundMark x1="94271" y1="27500" x2="92500" y2="30000"/>
                        <a14:backgroundMark x1="83229" y1="38056" x2="83021" y2="19722"/>
                        <a14:backgroundMark x1="79688" y1="14444" x2="81042" y2="16944"/>
                        <a14:backgroundMark x1="81042" y1="16944" x2="79479" y2="13750"/>
                        <a14:backgroundMark x1="81354" y1="39028" x2="81354" y2="39028"/>
                        <a14:backgroundMark x1="85104" y1="30972" x2="86979" y2="39306"/>
                        <a14:backgroundMark x1="86979" y1="39306" x2="89583" y2="44444"/>
                        <a14:backgroundMark x1="91250" y1="29861" x2="91458" y2="39028"/>
                        <a14:backgroundMark x1="91458" y1="39028" x2="90521" y2="40000"/>
                        <a14:backgroundMark x1="90521" y1="40000" x2="92292" y2="41111"/>
                        <a14:backgroundMark x1="88438" y1="40833" x2="93750" y2="44306"/>
                        <a14:backgroundMark x1="93750" y1="44306" x2="95000" y2="44167"/>
                        <a14:backgroundMark x1="89063" y1="39583" x2="89063" y2="39583"/>
                        <a14:backgroundMark x1="88646" y1="40833" x2="89063" y2="39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700" y="141402"/>
            <a:ext cx="9280689" cy="6960517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CD3D47DF-D0C5-894F-946C-8C90A01844DB}"/>
              </a:ext>
            </a:extLst>
          </p:cNvPr>
          <p:cNvSpPr/>
          <p:nvPr/>
        </p:nvSpPr>
        <p:spPr>
          <a:xfrm>
            <a:off x="7989216" y="2354461"/>
            <a:ext cx="575035" cy="977914"/>
          </a:xfrm>
          <a:prstGeom prst="rect">
            <a:avLst/>
          </a:prstGeom>
          <a:solidFill>
            <a:srgbClr val="9B0C1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6F422B9-B72A-75BD-F1C1-916CBF963913}"/>
              </a:ext>
            </a:extLst>
          </p:cNvPr>
          <p:cNvSpPr/>
          <p:nvPr/>
        </p:nvSpPr>
        <p:spPr>
          <a:xfrm>
            <a:off x="7567079" y="1224028"/>
            <a:ext cx="575035" cy="2980327"/>
          </a:xfrm>
          <a:prstGeom prst="rect">
            <a:avLst/>
          </a:prstGeom>
          <a:solidFill>
            <a:srgbClr val="9B0C1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Círculo: vacío 17">
            <a:extLst>
              <a:ext uri="{FF2B5EF4-FFF2-40B4-BE49-F238E27FC236}">
                <a16:creationId xmlns:a16="http://schemas.microsoft.com/office/drawing/2014/main" id="{37AE1694-69AD-0F7D-87A1-DF8134CEB25B}"/>
              </a:ext>
            </a:extLst>
          </p:cNvPr>
          <p:cNvSpPr/>
          <p:nvPr/>
        </p:nvSpPr>
        <p:spPr>
          <a:xfrm>
            <a:off x="7091425" y="980388"/>
            <a:ext cx="591420" cy="603315"/>
          </a:xfrm>
          <a:prstGeom prst="donut">
            <a:avLst>
              <a:gd name="adj" fmla="val 9203"/>
            </a:avLst>
          </a:prstGeom>
          <a:solidFill>
            <a:srgbClr val="00B0F0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0" name="Círculo: vacío 19">
            <a:extLst>
              <a:ext uri="{FF2B5EF4-FFF2-40B4-BE49-F238E27FC236}">
                <a16:creationId xmlns:a16="http://schemas.microsoft.com/office/drawing/2014/main" id="{DE747C8E-FD22-9ECB-FB87-5F9BABFC2F5B}"/>
              </a:ext>
            </a:extLst>
          </p:cNvPr>
          <p:cNvSpPr/>
          <p:nvPr/>
        </p:nvSpPr>
        <p:spPr>
          <a:xfrm>
            <a:off x="7091425" y="1736103"/>
            <a:ext cx="591420" cy="603315"/>
          </a:xfrm>
          <a:prstGeom prst="donut">
            <a:avLst>
              <a:gd name="adj" fmla="val 9203"/>
            </a:avLst>
          </a:prstGeom>
          <a:solidFill>
            <a:srgbClr val="00B0F0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2" name="Círculo: vacío 21">
            <a:extLst>
              <a:ext uri="{FF2B5EF4-FFF2-40B4-BE49-F238E27FC236}">
                <a16:creationId xmlns:a16="http://schemas.microsoft.com/office/drawing/2014/main" id="{224A49DB-8DD3-CC5C-49A7-365D6D030D66}"/>
              </a:ext>
            </a:extLst>
          </p:cNvPr>
          <p:cNvSpPr/>
          <p:nvPr/>
        </p:nvSpPr>
        <p:spPr>
          <a:xfrm>
            <a:off x="7091425" y="2541760"/>
            <a:ext cx="591420" cy="603315"/>
          </a:xfrm>
          <a:prstGeom prst="donut">
            <a:avLst>
              <a:gd name="adj" fmla="val 9203"/>
            </a:avLst>
          </a:prstGeom>
          <a:solidFill>
            <a:srgbClr val="00B0F0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176C6AB-92B2-393E-E52F-7F2838AAF325}"/>
                  </a:ext>
                </a:extLst>
              </p:cNvPr>
              <p:cNvSpPr txBox="1"/>
              <p:nvPr/>
            </p:nvSpPr>
            <p:spPr>
              <a:xfrm>
                <a:off x="8381645" y="1698395"/>
                <a:ext cx="3204927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sz="1400">
                    <a:solidFill>
                      <a:schemeClr val="bg1"/>
                    </a:solidFill>
                  </a:rPr>
                  <a:t>"La división entre regresión y clasificación no reside en las variables explicativas (</a:t>
                </a:r>
                <a14:m>
                  <m:oMath xmlns:m="http://schemas.openxmlformats.org/officeDocument/2006/math">
                    <m:r>
                      <a:rPr lang="es-PE" sz="1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PE" sz="1400">
                    <a:solidFill>
                      <a:schemeClr val="bg1"/>
                    </a:solidFill>
                  </a:rPr>
                  <a:t>), sino en la naturaleza del espacio de salida de la variable objetivo (</a:t>
                </a:r>
                <a14:m>
                  <m:oMath xmlns:m="http://schemas.openxmlformats.org/officeDocument/2006/math">
                    <m:r>
                      <a:rPr lang="es-PE" sz="1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PE" sz="1400">
                    <a:solidFill>
                      <a:schemeClr val="bg1"/>
                    </a:solidFill>
                  </a:rPr>
                  <a:t>). Si </a:t>
                </a:r>
                <a14:m>
                  <m:oMath xmlns:m="http://schemas.openxmlformats.org/officeDocument/2006/math">
                    <m:r>
                      <a:rPr lang="es-PE" sz="1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PE" sz="1400">
                    <a:solidFill>
                      <a:schemeClr val="bg1"/>
                    </a:solidFill>
                  </a:rPr>
                  <a:t>puede tomar infinidad de valores en un intervalo continuo, estamos en regresión. Si </a:t>
                </a:r>
                <a14:m>
                  <m:oMath xmlns:m="http://schemas.openxmlformats.org/officeDocument/2006/math">
                    <m:r>
                      <a:rPr lang="es-PE" sz="1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PE" sz="1400">
                    <a:solidFill>
                      <a:schemeClr val="bg1"/>
                    </a:solidFill>
                  </a:rPr>
                  <a:t>representa estados mutuamente excluyentes o categorías, enfrentamos un problema de clasificación."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176C6AB-92B2-393E-E52F-7F2838AAF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645" y="1698395"/>
                <a:ext cx="3204927" cy="2031325"/>
              </a:xfrm>
              <a:prstGeom prst="rect">
                <a:avLst/>
              </a:prstGeom>
              <a:blipFill>
                <a:blip r:embed="rId5"/>
                <a:stretch>
                  <a:fillRect l="-570" t="-601" r="-570" b="-210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26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E11F80-9CBF-076F-EFCE-38E6840FCADF}"/>
              </a:ext>
            </a:extLst>
          </p:cNvPr>
          <p:cNvSpPr txBox="1"/>
          <p:nvPr/>
        </p:nvSpPr>
        <p:spPr>
          <a:xfrm>
            <a:off x="888295" y="723802"/>
            <a:ext cx="2544445" cy="51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00"/>
              </a:lnSpc>
            </a:pPr>
            <a:r>
              <a:rPr sz="4400" spc="-45" err="1">
                <a:solidFill>
                  <a:srgbClr val="395F9F"/>
                </a:solidFill>
                <a:latin typeface="Calibri Light"/>
                <a:cs typeface="Calibri Light"/>
              </a:rPr>
              <a:t>Introducci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00CF27-CE41-4AFD-234D-C25093C368EA}"/>
              </a:ext>
            </a:extLst>
          </p:cNvPr>
          <p:cNvSpPr/>
          <p:nvPr/>
        </p:nvSpPr>
        <p:spPr>
          <a:xfrm>
            <a:off x="649204" y="383670"/>
            <a:ext cx="10773410" cy="1143000"/>
          </a:xfrm>
          <a:custGeom>
            <a:avLst/>
            <a:gdLst/>
            <a:ahLst/>
            <a:cxnLst/>
            <a:rect l="l" t="t" r="r" b="b"/>
            <a:pathLst>
              <a:path w="10773410" h="1143000">
                <a:moveTo>
                  <a:pt x="10773156" y="0"/>
                </a:moveTo>
                <a:lnTo>
                  <a:pt x="0" y="0"/>
                </a:lnTo>
                <a:lnTo>
                  <a:pt x="0" y="1142999"/>
                </a:lnTo>
                <a:lnTo>
                  <a:pt x="10773156" y="1142999"/>
                </a:lnTo>
                <a:lnTo>
                  <a:pt x="107731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0717CAAC-4E92-20C8-F6AD-AE3E9EF5ACCD}"/>
              </a:ext>
            </a:extLst>
          </p:cNvPr>
          <p:cNvGrpSpPr/>
          <p:nvPr/>
        </p:nvGrpSpPr>
        <p:grpSpPr>
          <a:xfrm>
            <a:off x="4469290" y="550247"/>
            <a:ext cx="3399941" cy="468926"/>
            <a:chOff x="4572000" y="2886199"/>
            <a:chExt cx="2971801" cy="304802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A6A289F6-8065-E2AA-E483-63B1C0E5DA86}"/>
                </a:ext>
              </a:extLst>
            </p:cNvPr>
            <p:cNvSpPr/>
            <p:nvPr/>
          </p:nvSpPr>
          <p:spPr>
            <a:xfrm>
              <a:off x="4572001" y="2886199"/>
              <a:ext cx="2971800" cy="304800"/>
            </a:xfrm>
            <a:custGeom>
              <a:avLst/>
              <a:gdLst/>
              <a:ahLst/>
              <a:cxnLst/>
              <a:rect l="l" t="t" r="r" b="b"/>
              <a:pathLst>
                <a:path w="2971800" h="304800">
                  <a:moveTo>
                    <a:pt x="2971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971800" y="3048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9B0C19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625CAB9-71DB-3216-33F3-B4490121D9E2}"/>
                </a:ext>
              </a:extLst>
            </p:cNvPr>
            <p:cNvSpPr/>
            <p:nvPr/>
          </p:nvSpPr>
          <p:spPr>
            <a:xfrm>
              <a:off x="4572000" y="2886201"/>
              <a:ext cx="2971800" cy="304800"/>
            </a:xfrm>
            <a:custGeom>
              <a:avLst/>
              <a:gdLst/>
              <a:ahLst/>
              <a:cxnLst/>
              <a:rect l="l" t="t" r="r" b="b"/>
              <a:pathLst>
                <a:path w="2971800" h="304800">
                  <a:moveTo>
                    <a:pt x="0" y="304800"/>
                  </a:moveTo>
                  <a:lnTo>
                    <a:pt x="2971800" y="3048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7" name="object 9">
            <a:extLst>
              <a:ext uri="{FF2B5EF4-FFF2-40B4-BE49-F238E27FC236}">
                <a16:creationId xmlns:a16="http://schemas.microsoft.com/office/drawing/2014/main" id="{3E6B0DFF-6AA2-9BBC-2654-6799BD0091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3011" y="1788930"/>
            <a:ext cx="4705875" cy="4170300"/>
          </a:xfrm>
          <a:prstGeom prst="rect">
            <a:avLst/>
          </a:prstGeom>
        </p:spPr>
      </p:pic>
      <p:pic>
        <p:nvPicPr>
          <p:cNvPr id="8" name="object 10">
            <a:extLst>
              <a:ext uri="{FF2B5EF4-FFF2-40B4-BE49-F238E27FC236}">
                <a16:creationId xmlns:a16="http://schemas.microsoft.com/office/drawing/2014/main" id="{948CF9A1-8AC7-D2A2-DA05-FFC50EBA13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5908" y="1788930"/>
            <a:ext cx="4856888" cy="412808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987C50C-FDD9-6225-95C7-AB2A3E34D886}"/>
              </a:ext>
            </a:extLst>
          </p:cNvPr>
          <p:cNvSpPr txBox="1"/>
          <p:nvPr/>
        </p:nvSpPr>
        <p:spPr>
          <a:xfrm>
            <a:off x="769386" y="461542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85895">
              <a:lnSpc>
                <a:spcPct val="100000"/>
              </a:lnSpc>
            </a:pPr>
            <a:r>
              <a:rPr lang="es-PE" sz="3600">
                <a:solidFill>
                  <a:srgbClr val="FFFFFF"/>
                </a:solidFill>
                <a:latin typeface="Calibri"/>
                <a:cs typeface="Calibri"/>
              </a:rPr>
              <a:t>Tipos</a:t>
            </a:r>
            <a:r>
              <a:rPr lang="es-PE" sz="3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PE" sz="36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lang="es-PE" sz="3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PE" sz="3600" spc="-1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  <a:endParaRPr lang="es-PE" sz="3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176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431ADFA9-B8DD-431A-5543-BAA461A7557D}"/>
              </a:ext>
            </a:extLst>
          </p:cNvPr>
          <p:cNvSpPr/>
          <p:nvPr/>
        </p:nvSpPr>
        <p:spPr>
          <a:xfrm>
            <a:off x="2941163" y="810548"/>
            <a:ext cx="6400800" cy="49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681768-D58B-FF2E-BA4D-47AA7643B407}"/>
              </a:ext>
            </a:extLst>
          </p:cNvPr>
          <p:cNvSpPr txBox="1"/>
          <p:nvPr/>
        </p:nvSpPr>
        <p:spPr>
          <a:xfrm>
            <a:off x="4411744" y="763257"/>
            <a:ext cx="8107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i="1"/>
              <a:t>REGRESIÓN LINEAL</a:t>
            </a:r>
            <a:endParaRPr lang="es-PE" sz="3200" b="1" i="1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54B22C-6460-3245-7637-0F919FD347C2}"/>
              </a:ext>
            </a:extLst>
          </p:cNvPr>
          <p:cNvSpPr/>
          <p:nvPr/>
        </p:nvSpPr>
        <p:spPr>
          <a:xfrm>
            <a:off x="7837440" y="2677211"/>
            <a:ext cx="3432927" cy="26734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398688-327E-0158-E3C0-039095DE0253}"/>
              </a:ext>
            </a:extLst>
          </p:cNvPr>
          <p:cNvSpPr txBox="1"/>
          <p:nvPr/>
        </p:nvSpPr>
        <p:spPr>
          <a:xfrm>
            <a:off x="8008692" y="2854749"/>
            <a:ext cx="203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u="sng"/>
              <a:t>Explicación</a:t>
            </a:r>
            <a:endParaRPr lang="es-PE" u="sng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04C7A329-1968-0E38-C72B-B1A6E0E3069F}"/>
              </a:ext>
            </a:extLst>
          </p:cNvPr>
          <p:cNvSpPr/>
          <p:nvPr/>
        </p:nvSpPr>
        <p:spPr>
          <a:xfrm>
            <a:off x="8121814" y="3484135"/>
            <a:ext cx="358218" cy="169683"/>
          </a:xfrm>
          <a:prstGeom prst="rightArrow">
            <a:avLst/>
          </a:prstGeom>
          <a:solidFill>
            <a:srgbClr val="9B0C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6E88E19B-0C33-52D4-0EDC-E5E7C08DD366}"/>
              </a:ext>
            </a:extLst>
          </p:cNvPr>
          <p:cNvSpPr/>
          <p:nvPr/>
        </p:nvSpPr>
        <p:spPr>
          <a:xfrm>
            <a:off x="8121814" y="3877567"/>
            <a:ext cx="358218" cy="169683"/>
          </a:xfrm>
          <a:prstGeom prst="rightArrow">
            <a:avLst/>
          </a:prstGeom>
          <a:solidFill>
            <a:srgbClr val="9B0C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096D8B1-C193-4E9C-A486-0A36C484C071}"/>
              </a:ext>
            </a:extLst>
          </p:cNvPr>
          <p:cNvSpPr/>
          <p:nvPr/>
        </p:nvSpPr>
        <p:spPr>
          <a:xfrm>
            <a:off x="8121814" y="4270225"/>
            <a:ext cx="358218" cy="169683"/>
          </a:xfrm>
          <a:prstGeom prst="rightArrow">
            <a:avLst/>
          </a:prstGeom>
          <a:solidFill>
            <a:srgbClr val="9B0C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13617C6C-0805-0FC0-2A30-662A1997946F}"/>
              </a:ext>
            </a:extLst>
          </p:cNvPr>
          <p:cNvSpPr/>
          <p:nvPr/>
        </p:nvSpPr>
        <p:spPr>
          <a:xfrm>
            <a:off x="8140668" y="4678412"/>
            <a:ext cx="358218" cy="169683"/>
          </a:xfrm>
          <a:prstGeom prst="rightArrow">
            <a:avLst/>
          </a:prstGeom>
          <a:solidFill>
            <a:srgbClr val="9B0C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4C8CA64-44EB-328A-CDD8-DD4D38FDF50C}"/>
              </a:ext>
            </a:extLst>
          </p:cNvPr>
          <p:cNvGrpSpPr/>
          <p:nvPr/>
        </p:nvGrpSpPr>
        <p:grpSpPr>
          <a:xfrm>
            <a:off x="9756742" y="184364"/>
            <a:ext cx="2149311" cy="1039664"/>
            <a:chOff x="8973832" y="5304232"/>
            <a:chExt cx="3120757" cy="1464213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55FFD755-339F-12DF-1B41-2589B995B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2268" b="36251"/>
            <a:stretch>
              <a:fillRect/>
            </a:stretch>
          </p:blipFill>
          <p:spPr>
            <a:xfrm>
              <a:off x="8973832" y="5304232"/>
              <a:ext cx="3120757" cy="1294531"/>
            </a:xfrm>
            <a:prstGeom prst="rect">
              <a:avLst/>
            </a:prstGeom>
          </p:spPr>
        </p:pic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2755D56D-2C0D-94AF-1141-7CBDFAD170F7}"/>
                </a:ext>
              </a:extLst>
            </p:cNvPr>
            <p:cNvSpPr/>
            <p:nvPr/>
          </p:nvSpPr>
          <p:spPr>
            <a:xfrm>
              <a:off x="10222660" y="6293984"/>
              <a:ext cx="1373171" cy="474461"/>
            </a:xfrm>
            <a:prstGeom prst="rect">
              <a:avLst/>
            </a:prstGeom>
            <a:solidFill>
              <a:srgbClr val="9B0C1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7DBF635-B692-A66C-B055-24D4D9D86252}"/>
              </a:ext>
            </a:extLst>
          </p:cNvPr>
          <p:cNvSpPr txBox="1"/>
          <p:nvPr/>
        </p:nvSpPr>
        <p:spPr>
          <a:xfrm>
            <a:off x="8555447" y="3373447"/>
            <a:ext cx="226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/>
              <a:t>Simple vs Múltiple</a:t>
            </a:r>
            <a:endParaRPr lang="es-PE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0289ADF-873E-A33F-AD1A-C132951EB3C1}"/>
                  </a:ext>
                </a:extLst>
              </p:cNvPr>
              <p:cNvSpPr txBox="1"/>
              <p:nvPr/>
            </p:nvSpPr>
            <p:spPr>
              <a:xfrm>
                <a:off x="8395192" y="3788971"/>
                <a:ext cx="2262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P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P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P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P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P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P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s-PE" i="1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0289ADF-873E-A33F-AD1A-C132951EB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192" y="3788971"/>
                <a:ext cx="226243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D55F363-00E0-FF67-6648-7306A42B25ED}"/>
                  </a:ext>
                </a:extLst>
              </p:cNvPr>
              <p:cNvSpPr txBox="1"/>
              <p:nvPr/>
            </p:nvSpPr>
            <p:spPr>
              <a:xfrm>
                <a:off x="8498886" y="4153681"/>
                <a:ext cx="2873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s-P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i="1"/>
                  <a:t>: Factores no explicados</a:t>
                </a:r>
                <a:endParaRPr lang="es-PE" i="1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D55F363-00E0-FF67-6648-7306A42B2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886" y="4153681"/>
                <a:ext cx="2873606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24">
            <a:extLst>
              <a:ext uri="{FF2B5EF4-FFF2-40B4-BE49-F238E27FC236}">
                <a16:creationId xmlns:a16="http://schemas.microsoft.com/office/drawing/2014/main" id="{E0D20DB4-56BC-058D-929B-704CB983D529}"/>
              </a:ext>
            </a:extLst>
          </p:cNvPr>
          <p:cNvSpPr txBox="1"/>
          <p:nvPr/>
        </p:nvSpPr>
        <p:spPr>
          <a:xfrm>
            <a:off x="8498886" y="4534253"/>
            <a:ext cx="2262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/>
              <a:t>Sirve para predecir Y dado X</a:t>
            </a:r>
            <a:endParaRPr lang="es-PE" i="1"/>
          </a:p>
        </p:txBody>
      </p:sp>
      <p:pic>
        <p:nvPicPr>
          <p:cNvPr id="27" name="object 2">
            <a:extLst>
              <a:ext uri="{FF2B5EF4-FFF2-40B4-BE49-F238E27FC236}">
                <a16:creationId xmlns:a16="http://schemas.microsoft.com/office/drawing/2014/main" id="{54E50543-90C5-C660-3071-DDF5FAD274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9149" y="1800688"/>
            <a:ext cx="6430263" cy="470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8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08CF3A4A-E659-AE20-D825-D19801C0202F}"/>
              </a:ext>
            </a:extLst>
          </p:cNvPr>
          <p:cNvSpPr/>
          <p:nvPr/>
        </p:nvSpPr>
        <p:spPr>
          <a:xfrm>
            <a:off x="8375751" y="295358"/>
            <a:ext cx="3741175" cy="609600"/>
          </a:xfrm>
          <a:prstGeom prst="rect">
            <a:avLst/>
          </a:prstGeom>
          <a:solidFill>
            <a:srgbClr val="9B0C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2" name="object 2"/>
          <p:cNvGrpSpPr/>
          <p:nvPr/>
        </p:nvGrpSpPr>
        <p:grpSpPr>
          <a:xfrm>
            <a:off x="0" y="1447850"/>
            <a:ext cx="12192000" cy="5410200"/>
            <a:chOff x="0" y="1447850"/>
            <a:chExt cx="12192000" cy="5410200"/>
          </a:xfrm>
        </p:grpSpPr>
        <p:sp>
          <p:nvSpPr>
            <p:cNvPr id="3" name="object 3"/>
            <p:cNvSpPr/>
            <p:nvPr/>
          </p:nvSpPr>
          <p:spPr>
            <a:xfrm>
              <a:off x="0" y="5410199"/>
              <a:ext cx="12192000" cy="1447800"/>
            </a:xfrm>
            <a:custGeom>
              <a:avLst/>
              <a:gdLst/>
              <a:ahLst/>
              <a:cxnLst/>
              <a:rect l="l" t="t" r="r" b="b"/>
              <a:pathLst>
                <a:path w="12192000" h="1447800">
                  <a:moveTo>
                    <a:pt x="0" y="1447799"/>
                  </a:moveTo>
                  <a:lnTo>
                    <a:pt x="12191999" y="1447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44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1447850"/>
              <a:ext cx="9774046" cy="493915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06000" y="2438450"/>
              <a:ext cx="2286000" cy="4419600"/>
            </a:xfrm>
            <a:custGeom>
              <a:avLst/>
              <a:gdLst/>
              <a:ahLst/>
              <a:cxnLst/>
              <a:rect l="l" t="t" r="r" b="b"/>
              <a:pathLst>
                <a:path w="2286000" h="4419600">
                  <a:moveTo>
                    <a:pt x="2286000" y="3601161"/>
                  </a:moveTo>
                  <a:lnTo>
                    <a:pt x="1066800" y="3601161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3948557"/>
                  </a:lnTo>
                  <a:lnTo>
                    <a:pt x="152400" y="3948557"/>
                  </a:lnTo>
                  <a:lnTo>
                    <a:pt x="152400" y="4419549"/>
                  </a:lnTo>
                  <a:lnTo>
                    <a:pt x="2286000" y="4419549"/>
                  </a:lnTo>
                  <a:lnTo>
                    <a:pt x="2286000" y="36011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43000" y="976833"/>
            <a:ext cx="1371600" cy="300990"/>
          </a:xfrm>
          <a:prstGeom prst="rect">
            <a:avLst/>
          </a:prstGeom>
          <a:solidFill>
            <a:srgbClr val="9B0C19"/>
          </a:solidFill>
          <a:ln w="25400">
            <a:solidFill>
              <a:srgbClr val="1C334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52069" algn="ctr">
              <a:lnSpc>
                <a:spcPts val="1510"/>
              </a:lnSpc>
            </a:pPr>
            <a:r>
              <a:rPr sz="2700" spc="-37" baseline="-20061">
                <a:solidFill>
                  <a:srgbClr val="FFFFFF"/>
                </a:solidFill>
                <a:latin typeface="Cambria Math"/>
                <a:cs typeface="Cambria Math"/>
              </a:rPr>
              <a:t>𝑅</a:t>
            </a:r>
            <a:r>
              <a:rPr sz="1300" spc="-25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F5ABBF2-A794-C6A2-F245-EFD57894D661}"/>
              </a:ext>
            </a:extLst>
          </p:cNvPr>
          <p:cNvSpPr txBox="1"/>
          <p:nvPr/>
        </p:nvSpPr>
        <p:spPr>
          <a:xfrm>
            <a:off x="8427562" y="280110"/>
            <a:ext cx="3741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i="1">
                <a:solidFill>
                  <a:schemeClr val="bg1"/>
                </a:solidFill>
              </a:rPr>
              <a:t>veremos cuán “bien” se ajusta la línea de regresión a los datos.</a:t>
            </a:r>
            <a:endParaRPr lang="es-PE" i="1">
              <a:solidFill>
                <a:schemeClr val="bg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F41A352-EEF1-957B-D49F-8256D9F71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699" y="2133600"/>
            <a:ext cx="1353923" cy="740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6D7D188-3296-ECE8-FEC8-57B1AD1ED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98" y="2855112"/>
            <a:ext cx="1413482" cy="96530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B5B9A9A-3C16-E7C5-9C2D-E858518DD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5959" y="4829383"/>
            <a:ext cx="1055402" cy="99011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D615197-883D-3050-4A8B-0F809654D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588" y="3819254"/>
            <a:ext cx="1740460" cy="1081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609A1ECE-5AE9-2DF5-6D40-8762FDC603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935" y="1552372"/>
            <a:ext cx="11386129" cy="37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31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295A7F-C07D-ACD7-1E05-F72485A67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69" y="1901849"/>
            <a:ext cx="9593250" cy="407018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F9D7C1C-2B43-0D7D-FBE3-62DF1EC13292}"/>
              </a:ext>
            </a:extLst>
          </p:cNvPr>
          <p:cNvSpPr/>
          <p:nvPr/>
        </p:nvSpPr>
        <p:spPr>
          <a:xfrm>
            <a:off x="2941163" y="810548"/>
            <a:ext cx="6400800" cy="49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D08783-9DFC-BF14-0BFF-F2FD44886F64}"/>
              </a:ext>
            </a:extLst>
          </p:cNvPr>
          <p:cNvSpPr txBox="1"/>
          <p:nvPr/>
        </p:nvSpPr>
        <p:spPr>
          <a:xfrm>
            <a:off x="4242061" y="763257"/>
            <a:ext cx="8107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i="1"/>
              <a:t>REGRESIÓN LOGÍSTICA</a:t>
            </a:r>
            <a:endParaRPr lang="es-PE" sz="3200" b="1" i="1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D3EF991-E9F7-2957-98F8-DB009E3ACE6E}"/>
              </a:ext>
            </a:extLst>
          </p:cNvPr>
          <p:cNvGrpSpPr/>
          <p:nvPr/>
        </p:nvGrpSpPr>
        <p:grpSpPr>
          <a:xfrm>
            <a:off x="9756742" y="184364"/>
            <a:ext cx="2149311" cy="1039664"/>
            <a:chOff x="8973832" y="5304232"/>
            <a:chExt cx="3120757" cy="1464213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FD87EE4-ED28-77BF-46E3-F8A76DADA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2268" b="36251"/>
            <a:stretch>
              <a:fillRect/>
            </a:stretch>
          </p:blipFill>
          <p:spPr>
            <a:xfrm>
              <a:off x="8973832" y="5304232"/>
              <a:ext cx="3120757" cy="1294531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4E93677E-4757-1E6B-84B6-B96ADA2DCEE6}"/>
                </a:ext>
              </a:extLst>
            </p:cNvPr>
            <p:cNvSpPr/>
            <p:nvPr/>
          </p:nvSpPr>
          <p:spPr>
            <a:xfrm>
              <a:off x="10222660" y="6293984"/>
              <a:ext cx="1373171" cy="474461"/>
            </a:xfrm>
            <a:prstGeom prst="rect">
              <a:avLst/>
            </a:prstGeom>
            <a:solidFill>
              <a:srgbClr val="9B0C1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36668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4EBDC807-D1CA-8D17-A149-632D69177EDB}"/>
                  </a:ext>
                </a:extLst>
              </p:cNvPr>
              <p:cNvSpPr txBox="1"/>
              <p:nvPr/>
            </p:nvSpPr>
            <p:spPr>
              <a:xfrm>
                <a:off x="1216057" y="735291"/>
                <a:ext cx="105768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PE">
                    <a:solidFill>
                      <a:schemeClr val="bg1"/>
                    </a:solidFill>
                  </a:rPr>
                  <a:t>Estimar la probabilidad condicional de ocurrencia de un evento binario: </a:t>
                </a:r>
                <a14:m>
                  <m:oMath xmlns:m="http://schemas.openxmlformats.org/officeDocument/2006/math">
                    <m:r>
                      <a:rPr lang="es-P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s-PE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PE">
                    <a:solidFill>
                      <a:schemeClr val="bg1"/>
                    </a:solidFill>
                  </a:rPr>
                  <a:t>, donde </a:t>
                </a:r>
                <a14:m>
                  <m:oMath xmlns:m="http://schemas.openxmlformats.org/officeDocument/2006/math">
                    <m:r>
                      <a:rPr lang="es-P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PE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PE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4EBDC807-D1CA-8D17-A149-632D69177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57" y="735291"/>
                <a:ext cx="10576873" cy="369332"/>
              </a:xfrm>
              <a:prstGeom prst="rect">
                <a:avLst/>
              </a:prstGeom>
              <a:blipFill>
                <a:blip r:embed="rId2"/>
                <a:stretch>
                  <a:fillRect l="-461" t="-10000" b="-2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F916DC-3F4F-8E00-A339-00F4EC0321E2}"/>
                  </a:ext>
                </a:extLst>
              </p:cNvPr>
              <p:cNvSpPr txBox="1"/>
              <p:nvPr/>
            </p:nvSpPr>
            <p:spPr>
              <a:xfrm>
                <a:off x="531778" y="1952018"/>
                <a:ext cx="6605832" cy="268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s-PE" sz="2000" b="1" u="sng">
                    <a:solidFill>
                      <a:schemeClr val="bg1"/>
                    </a:solidFill>
                    <a:effectLst/>
                    <a:latin typeface="Google Sans Text"/>
                  </a:rPr>
                  <a:t>La Función Sigmoide (Función de Enlace </a:t>
                </a:r>
                <a:r>
                  <a:rPr lang="es-PE" sz="2000" b="1" u="sng" err="1">
                    <a:solidFill>
                      <a:schemeClr val="bg1"/>
                    </a:solidFill>
                    <a:effectLst/>
                    <a:latin typeface="Google Sans Text"/>
                  </a:rPr>
                  <a:t>Logit</a:t>
                </a:r>
                <a:r>
                  <a:rPr lang="es-PE" sz="2000" b="1" u="sng">
                    <a:solidFill>
                      <a:schemeClr val="bg1"/>
                    </a:solidFill>
                    <a:effectLst/>
                    <a:latin typeface="Google Sans Text"/>
                  </a:rPr>
                  <a:t>):</a:t>
                </a:r>
              </a:p>
              <a:p>
                <a:pPr>
                  <a:buNone/>
                </a:pPr>
                <a:endParaRPr lang="es-PE" sz="2000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PE" sz="2000">
                    <a:solidFill>
                      <a:schemeClr val="bg1"/>
                    </a:solidFill>
                    <a:effectLst/>
                    <a:latin typeface="Google Sans Text"/>
                  </a:rPr>
                  <a:t>Mapea cualquier valor continuo </a:t>
                </a:r>
                <a14:m>
                  <m:oMath xmlns:m="http://schemas.openxmlformats.org/officeDocument/2006/math">
                    <m:r>
                      <a:rPr lang="es-PE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PE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−∞,+∞</m:t>
                        </m:r>
                      </m:e>
                    </m:d>
                  </m:oMath>
                </a14:m>
                <a:r>
                  <a:rPr lang="es-PE" sz="2000">
                    <a:solidFill>
                      <a:schemeClr val="bg1"/>
                    </a:solidFill>
                    <a:effectLst/>
                    <a:latin typeface="Google Sans Text"/>
                  </a:rPr>
                  <a:t>al rango restringido de probabilidad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PE" sz="2000">
                    <a:solidFill>
                      <a:schemeClr val="bg1"/>
                    </a:solidFill>
                    <a:effectLst/>
                    <a:latin typeface="Google Sans Text"/>
                  </a:rPr>
                  <a:t>:</a:t>
                </a:r>
              </a:p>
              <a:p>
                <a:pPr lvl="0"/>
                <a:endParaRPr lang="es-PE" sz="2000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PE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PE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PE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PE" sz="20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PE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s-PE" sz="2000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lvl="0"/>
                <a:endParaRPr lang="es-PE" sz="2000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PE" sz="200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donde</m:t>
                    </m:r>
                    <m:r>
                      <m:rPr>
                        <m:nor/>
                      </m:rPr>
                      <a:rPr lang="es-PE" sz="200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PE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PE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PE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PE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PE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PE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P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s-PE" sz="2000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F916DC-3F4F-8E00-A339-00F4EC032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78" y="1952018"/>
                <a:ext cx="6605832" cy="2682979"/>
              </a:xfrm>
              <a:prstGeom prst="rect">
                <a:avLst/>
              </a:prstGeom>
              <a:blipFill>
                <a:blip r:embed="rId3"/>
                <a:stretch>
                  <a:fillRect l="-830" t="-1136" b="-2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9F9675E0-3268-2530-BFE0-65E80E0FBA8E}"/>
              </a:ext>
            </a:extLst>
          </p:cNvPr>
          <p:cNvSpPr/>
          <p:nvPr/>
        </p:nvSpPr>
        <p:spPr>
          <a:xfrm>
            <a:off x="322032" y="1850010"/>
            <a:ext cx="6815578" cy="31579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A4FAB3C-F6A5-890F-E9A5-974311668DEB}"/>
                  </a:ext>
                </a:extLst>
              </p:cNvPr>
              <p:cNvSpPr txBox="1"/>
              <p:nvPr/>
            </p:nvSpPr>
            <p:spPr>
              <a:xfrm>
                <a:off x="7573498" y="1459709"/>
                <a:ext cx="4444790" cy="3938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PE" b="1">
                    <a:solidFill>
                      <a:schemeClr val="bg1"/>
                    </a:solidFill>
                    <a:effectLst/>
                    <a:latin typeface="Google Sans Text"/>
                  </a:rPr>
                  <a:t>Accuracy (Exactitud):</a:t>
                </a:r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𝑉𝑃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𝑉𝑁</m:t>
                        </m:r>
                      </m:num>
                      <m:den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𝑉𝑃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𝑉𝑁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s-PE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lvl="0"/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(Engañosa en </a:t>
                </a:r>
                <a:r>
                  <a:rPr lang="es-PE" err="1">
                    <a:solidFill>
                      <a:schemeClr val="bg1"/>
                    </a:solidFill>
                    <a:effectLst/>
                    <a:latin typeface="Google Sans Text"/>
                  </a:rPr>
                  <a:t>datasets</a:t>
                </a:r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 desbalanceados).</a:t>
                </a:r>
              </a:p>
              <a:p>
                <a:pPr lvl="0"/>
                <a:endParaRPr lang="es-PE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PE" b="1" err="1">
                    <a:solidFill>
                      <a:schemeClr val="bg1"/>
                    </a:solidFill>
                    <a:effectLst/>
                    <a:latin typeface="Google Sans Text"/>
                  </a:rPr>
                  <a:t>Precision</a:t>
                </a:r>
                <a:r>
                  <a:rPr lang="es-PE" b="1">
                    <a:solidFill>
                      <a:schemeClr val="bg1"/>
                    </a:solidFill>
                    <a:effectLst/>
                    <a:latin typeface="Google Sans Text"/>
                  </a:rPr>
                  <a:t> (Precisión):</a:t>
                </a:r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𝑉𝑃</m:t>
                        </m:r>
                      </m:num>
                      <m:den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𝑉𝑃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s-PE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lvl="0"/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(¿Qué tan confiable es el modelo cuando predice positivo?).</a:t>
                </a:r>
              </a:p>
              <a:p>
                <a:pPr lvl="0"/>
                <a:endParaRPr lang="es-PE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PE" b="1" err="1">
                    <a:solidFill>
                      <a:schemeClr val="bg1"/>
                    </a:solidFill>
                    <a:effectLst/>
                    <a:latin typeface="Google Sans Text"/>
                  </a:rPr>
                  <a:t>Recall</a:t>
                </a:r>
                <a:r>
                  <a:rPr lang="es-PE" b="1">
                    <a:solidFill>
                      <a:schemeClr val="bg1"/>
                    </a:solidFill>
                    <a:effectLst/>
                    <a:latin typeface="Google Sans Text"/>
                  </a:rPr>
                  <a:t> / Sensibilidad:</a:t>
                </a:r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𝑉𝑃</m:t>
                        </m:r>
                      </m:num>
                      <m:den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𝑉𝑃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s-PE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lvl="0"/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(¿Qué proporción de los positivos reales logró capturar?).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PE" b="1">
                    <a:solidFill>
                      <a:schemeClr val="bg1"/>
                    </a:solidFill>
                    <a:effectLst/>
                    <a:latin typeface="Google Sans Text"/>
                  </a:rPr>
                  <a:t>F1-Score:</a:t>
                </a:r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a:rPr lang="es-PE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PE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s-P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nor/>
                          </m:rP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nor/>
                          </m:rP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s-PE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</m:oMath>
                </a14:m>
                <a:endParaRPr lang="es-PE"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lvl="0"/>
                <a:r>
                  <a:rPr lang="es-PE">
                    <a:solidFill>
                      <a:schemeClr val="bg1"/>
                    </a:solidFill>
                    <a:effectLst/>
                    <a:latin typeface="Google Sans Text"/>
                  </a:rPr>
                  <a:t>(Media armónica, equilibra ambos errores).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A4FAB3C-F6A5-890F-E9A5-974311668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498" y="1459709"/>
                <a:ext cx="4444790" cy="3938579"/>
              </a:xfrm>
              <a:prstGeom prst="rect">
                <a:avLst/>
              </a:prstGeom>
              <a:blipFill>
                <a:blip r:embed="rId4"/>
                <a:stretch>
                  <a:fillRect l="-1096" r="-2192" b="-139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830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84694-6CEA-3EE7-983E-C1BCF6B0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AFEA98F-4826-48A8-0CC0-F46652CF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92" b="3919"/>
          <a:stretch>
            <a:fillRect/>
          </a:stretch>
        </p:blipFill>
        <p:spPr>
          <a:xfrm>
            <a:off x="1489434" y="65989"/>
            <a:ext cx="8898903" cy="670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7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10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Morales</dc:creator>
  <cp:keywords/>
  <dc:description>generated using python-pptx</dc:description>
  <cp:revision>3</cp:revision>
  <dcterms:created xsi:type="dcterms:W3CDTF">2013-01-27T09:14:16Z</dcterms:created>
  <dcterms:modified xsi:type="dcterms:W3CDTF">2026-08-23T17:17:09Z</dcterms:modified>
  <cp:category/>
</cp:coreProperties>
</file>